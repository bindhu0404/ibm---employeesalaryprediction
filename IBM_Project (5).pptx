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6858000" cx="12192000"/>
  <p:notesSz cx="6858000" cy="9144000"/>
  <p:embeddedFontLst>
    <p:embeddedFont>
      <p:font typeface="Libre Franklin"/>
      <p:regular r:id="rId17"/>
      <p:bold r:id="rId18"/>
      <p:italic r:id="rId19"/>
      <p:boldItalic r:id="rId20"/>
    </p:embeddedFont>
    <p:embeddedFont>
      <p:font typeface="Franklin Gothic"/>
      <p:bold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ibreFranklin-boldItalic.fntdata"/><Relationship Id="rId11" Type="http://schemas.openxmlformats.org/officeDocument/2006/relationships/slide" Target="slides/slide6.xml"/><Relationship Id="rId10" Type="http://schemas.openxmlformats.org/officeDocument/2006/relationships/slide" Target="slides/slide5.xml"/><Relationship Id="rId21" Type="http://schemas.openxmlformats.org/officeDocument/2006/relationships/font" Target="fonts/FranklinGothic-bold.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LibreFranklin-regular.fntdata"/><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LibreFranklin-italic.fntdata"/><Relationship Id="rId6" Type="http://schemas.openxmlformats.org/officeDocument/2006/relationships/slide" Target="slides/slide1.xml"/><Relationship Id="rId18" Type="http://schemas.openxmlformats.org/officeDocument/2006/relationships/font" Target="fonts/LibreFranklin-bold.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 name="Google Shape;94;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 name="Google Shape;10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 name="Google Shape;10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6f81903769_2_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 name="Google Shape;113;g36f81903769_2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 name="Google Shape;11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5" name="Google Shape;125;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6f81903769_0_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6f81903769_0_1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 name="Google Shape;136;g36f81903769_0_1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 name="Google Shape;145;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1" name="Google Shape;151;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7" name="Google Shape;15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3" name="Google Shape;163;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8" name="Shape 18"/>
        <p:cNvGrpSpPr/>
        <p:nvPr/>
      </p:nvGrpSpPr>
      <p:grpSpPr>
        <a:xfrm>
          <a:off x="0" y="0"/>
          <a:ext cx="0" cy="0"/>
          <a:chOff x="0" y="0"/>
          <a:chExt cx="0" cy="0"/>
        </a:xfrm>
      </p:grpSpPr>
      <p:sp>
        <p:nvSpPr>
          <p:cNvPr id="19" name="Google Shape;19;p2"/>
          <p:cNvSpPr/>
          <p:nvPr/>
        </p:nvSpPr>
        <p:spPr>
          <a:xfrm>
            <a:off x="446534" y="3085764"/>
            <a:ext cx="11298932" cy="3338149"/>
          </a:xfrm>
          <a:prstGeom prst="rect">
            <a:avLst/>
          </a:prstGeom>
          <a:solidFill>
            <a:srgbClr val="4653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txBox="1"/>
          <p:nvPr>
            <p:ph type="ctrTitle"/>
          </p:nvPr>
        </p:nvSpPr>
        <p:spPr>
          <a:xfrm>
            <a:off x="581191" y="1020431"/>
            <a:ext cx="10993549" cy="1475013"/>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rgbClr val="3F3F3F"/>
              </a:buClr>
              <a:buSzPts val="3600"/>
              <a:buFont typeface="Franklin Gothic"/>
              <a:buNone/>
              <a:defRPr sz="3600">
                <a:solidFill>
                  <a:srgbClr val="3F3F3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2"/>
          <p:cNvSpPr txBox="1"/>
          <p:nvPr>
            <p:ph idx="1" type="subTitle"/>
          </p:nvPr>
        </p:nvSpPr>
        <p:spPr>
          <a:xfrm>
            <a:off x="581194" y="2495445"/>
            <a:ext cx="10993546" cy="590321"/>
          </a:xfrm>
          <a:prstGeom prst="rect">
            <a:avLst/>
          </a:prstGeom>
          <a:noFill/>
          <a:ln>
            <a:noFill/>
          </a:ln>
        </p:spPr>
        <p:txBody>
          <a:bodyPr anchorCtr="0" anchor="t" bIns="45700" lIns="91425" spcFirstLastPara="1" rIns="91425" wrap="square" tIns="45700">
            <a:normAutofit/>
          </a:bodyPr>
          <a:lstStyle>
            <a:lvl1pPr lvl="0" algn="l">
              <a:lnSpc>
                <a:spcPct val="110000"/>
              </a:lnSpc>
              <a:spcBef>
                <a:spcPts val="320"/>
              </a:spcBef>
              <a:spcAft>
                <a:spcPts val="0"/>
              </a:spcAft>
              <a:buSzPts val="1472"/>
              <a:buNone/>
              <a:defRPr sz="1600" cap="none">
                <a:solidFill>
                  <a:schemeClr val="accent1"/>
                </a:solidFill>
              </a:defRPr>
            </a:lvl1pPr>
            <a:lvl2pPr lvl="1" algn="ctr">
              <a:spcBef>
                <a:spcPts val="600"/>
              </a:spcBef>
              <a:spcAft>
                <a:spcPts val="0"/>
              </a:spcAft>
              <a:buSzPts val="1288"/>
              <a:buNone/>
              <a:defRPr>
                <a:solidFill>
                  <a:srgbClr val="888888"/>
                </a:solidFill>
              </a:defRPr>
            </a:lvl2pPr>
            <a:lvl3pPr lvl="2" algn="ctr">
              <a:spcBef>
                <a:spcPts val="600"/>
              </a:spcBef>
              <a:spcAft>
                <a:spcPts val="0"/>
              </a:spcAft>
              <a:buSzPts val="1196"/>
              <a:buNone/>
              <a:defRPr>
                <a:solidFill>
                  <a:srgbClr val="888888"/>
                </a:solidFill>
              </a:defRPr>
            </a:lvl3pPr>
            <a:lvl4pPr lvl="3" algn="ctr">
              <a:spcBef>
                <a:spcPts val="600"/>
              </a:spcBef>
              <a:spcAft>
                <a:spcPts val="0"/>
              </a:spcAft>
              <a:buSzPts val="1012"/>
              <a:buNone/>
              <a:defRPr>
                <a:solidFill>
                  <a:srgbClr val="888888"/>
                </a:solidFill>
              </a:defRPr>
            </a:lvl4pPr>
            <a:lvl5pPr lvl="4" algn="ctr">
              <a:spcBef>
                <a:spcPts val="600"/>
              </a:spcBef>
              <a:spcAft>
                <a:spcPts val="0"/>
              </a:spcAft>
              <a:buSzPts val="1012"/>
              <a:buNone/>
              <a:defRPr>
                <a:solidFill>
                  <a:srgbClr val="888888"/>
                </a:solidFill>
              </a:defRPr>
            </a:lvl5pPr>
            <a:lvl6pPr lvl="5" algn="ctr">
              <a:spcBef>
                <a:spcPts val="600"/>
              </a:spcBef>
              <a:spcAft>
                <a:spcPts val="0"/>
              </a:spcAft>
              <a:buSzPts val="1104"/>
              <a:buNone/>
              <a:defRPr>
                <a:solidFill>
                  <a:srgbClr val="888888"/>
                </a:solidFill>
              </a:defRPr>
            </a:lvl6pPr>
            <a:lvl7pPr lvl="6" algn="ctr">
              <a:spcBef>
                <a:spcPts val="600"/>
              </a:spcBef>
              <a:spcAft>
                <a:spcPts val="0"/>
              </a:spcAft>
              <a:buSzPts val="1104"/>
              <a:buNone/>
              <a:defRPr>
                <a:solidFill>
                  <a:srgbClr val="888888"/>
                </a:solidFill>
              </a:defRPr>
            </a:lvl7pPr>
            <a:lvl8pPr lvl="7" algn="ctr">
              <a:spcBef>
                <a:spcPts val="600"/>
              </a:spcBef>
              <a:spcAft>
                <a:spcPts val="0"/>
              </a:spcAft>
              <a:buSzPts val="1104"/>
              <a:buNone/>
              <a:defRPr>
                <a:solidFill>
                  <a:srgbClr val="888888"/>
                </a:solidFill>
              </a:defRPr>
            </a:lvl8pPr>
            <a:lvl9pPr lvl="8" algn="ctr">
              <a:spcBef>
                <a:spcPts val="600"/>
              </a:spcBef>
              <a:spcAft>
                <a:spcPts val="600"/>
              </a:spcAft>
              <a:buSzPts val="1104"/>
              <a:buNone/>
              <a:defRPr>
                <a:solidFill>
                  <a:srgbClr val="888888"/>
                </a:solidFill>
              </a:defRPr>
            </a:lvl9pPr>
          </a:lstStyle>
          <a:p/>
        </p:txBody>
      </p:sp>
      <p:sp>
        <p:nvSpPr>
          <p:cNvPr id="22" name="Google Shape;22;p2"/>
          <p:cNvSpPr txBox="1"/>
          <p:nvPr>
            <p:ph idx="10" type="dt"/>
          </p:nvPr>
        </p:nvSpPr>
        <p:spPr>
          <a:xfrm>
            <a:off x="7605951" y="6423914"/>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2"/>
          <p:cNvSpPr txBox="1"/>
          <p:nvPr>
            <p:ph idx="11" type="ftr"/>
          </p:nvPr>
        </p:nvSpPr>
        <p:spPr>
          <a:xfrm>
            <a:off x="581192" y="6423914"/>
            <a:ext cx="691721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1pPr>
            <a:lvl2pPr lvl="1"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2pPr>
            <a:lvl3pPr lvl="2"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3pPr>
            <a:lvl4pPr lvl="3"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4pPr>
            <a:lvl5pPr lvl="4"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5pPr>
            <a:lvl6pPr lvl="5"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6pPr>
            <a:lvl7pPr lvl="6"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7pPr>
            <a:lvl8pPr lvl="7"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8pPr>
            <a:lvl9pPr lvl="8"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9pPr>
          </a:lstStyle>
          <a:p/>
        </p:txBody>
      </p:sp>
      <p:sp>
        <p:nvSpPr>
          <p:cNvPr id="24" name="Google Shape;24;p2"/>
          <p:cNvSpPr txBox="1"/>
          <p:nvPr>
            <p:ph idx="12" type="sldNum"/>
          </p:nvPr>
        </p:nvSpPr>
        <p:spPr>
          <a:xfrm>
            <a:off x="10558300" y="6423914"/>
            <a:ext cx="10525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3"/>
          <p:cNvSpPr txBox="1"/>
          <p:nvPr>
            <p:ph type="title"/>
          </p:nvPr>
        </p:nvSpPr>
        <p:spPr>
          <a:xfrm>
            <a:off x="581192" y="702156"/>
            <a:ext cx="11029616" cy="530296"/>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rgbClr val="3F3F3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3"/>
          <p:cNvSpPr txBox="1"/>
          <p:nvPr>
            <p:ph idx="1" type="body"/>
          </p:nvPr>
        </p:nvSpPr>
        <p:spPr>
          <a:xfrm>
            <a:off x="581192" y="1302026"/>
            <a:ext cx="11029615" cy="4673324"/>
          </a:xfrm>
          <a:prstGeom prst="rect">
            <a:avLst/>
          </a:prstGeom>
          <a:noFill/>
          <a:ln>
            <a:noFill/>
          </a:ln>
        </p:spPr>
        <p:txBody>
          <a:bodyPr anchorCtr="0" anchor="ctr" bIns="45700" lIns="91425" spcFirstLastPara="1" rIns="91425" wrap="square" tIns="45700">
            <a:normAutofit/>
          </a:bodyPr>
          <a:lstStyle>
            <a:lvl1pPr indent="-333756" lvl="0" marL="457200" algn="l">
              <a:lnSpc>
                <a:spcPct val="110000"/>
              </a:lnSpc>
              <a:spcBef>
                <a:spcPts val="360"/>
              </a:spcBef>
              <a:spcAft>
                <a:spcPts val="0"/>
              </a:spcAft>
              <a:buSzPts val="1656"/>
              <a:buChar char="◼"/>
              <a:defRPr/>
            </a:lvl1pPr>
            <a:lvl2pPr indent="-333756" lvl="1" marL="914400" algn="l">
              <a:spcBef>
                <a:spcPts val="600"/>
              </a:spcBef>
              <a:spcAft>
                <a:spcPts val="0"/>
              </a:spcAft>
              <a:buSzPts val="1656"/>
              <a:buChar char="◼"/>
              <a:defRPr/>
            </a:lvl2pPr>
            <a:lvl3pPr indent="-333756" lvl="2" marL="1371600" algn="l">
              <a:spcBef>
                <a:spcPts val="600"/>
              </a:spcBef>
              <a:spcAft>
                <a:spcPts val="0"/>
              </a:spcAft>
              <a:buSzPts val="1656"/>
              <a:buChar char="◼"/>
              <a:defRPr/>
            </a:lvl3pPr>
            <a:lvl4pPr indent="-333756" lvl="3" marL="1828800" algn="l">
              <a:spcBef>
                <a:spcPts val="600"/>
              </a:spcBef>
              <a:spcAft>
                <a:spcPts val="0"/>
              </a:spcAft>
              <a:buSzPts val="1656"/>
              <a:buChar char="◼"/>
              <a:defRPr/>
            </a:lvl4pPr>
            <a:lvl5pPr indent="-333756" lvl="4" marL="2286000" algn="l">
              <a:spcBef>
                <a:spcPts val="600"/>
              </a:spcBef>
              <a:spcAft>
                <a:spcPts val="0"/>
              </a:spcAft>
              <a:buSzPts val="1656"/>
              <a:buChar char="◼"/>
              <a:defRPr/>
            </a:lvl5pPr>
            <a:lvl6pPr indent="-333756" lvl="5" marL="2743200" algn="l">
              <a:spcBef>
                <a:spcPts val="600"/>
              </a:spcBef>
              <a:spcAft>
                <a:spcPts val="0"/>
              </a:spcAft>
              <a:buSzPts val="1656"/>
              <a:buChar char="◼"/>
              <a:defRPr/>
            </a:lvl6pPr>
            <a:lvl7pPr indent="-333756" lvl="6" marL="3200400" algn="l">
              <a:spcBef>
                <a:spcPts val="600"/>
              </a:spcBef>
              <a:spcAft>
                <a:spcPts val="0"/>
              </a:spcAft>
              <a:buSzPts val="1656"/>
              <a:buChar char="◼"/>
              <a:defRPr/>
            </a:lvl7pPr>
            <a:lvl8pPr indent="-333756" lvl="7" marL="3657600" algn="l">
              <a:spcBef>
                <a:spcPts val="600"/>
              </a:spcBef>
              <a:spcAft>
                <a:spcPts val="0"/>
              </a:spcAft>
              <a:buSzPts val="1656"/>
              <a:buChar char="◼"/>
              <a:defRPr/>
            </a:lvl8pPr>
            <a:lvl9pPr indent="-333756" lvl="8" marL="4114800" algn="l">
              <a:spcBef>
                <a:spcPts val="600"/>
              </a:spcBef>
              <a:spcAft>
                <a:spcPts val="600"/>
              </a:spcAft>
              <a:buSzPts val="1656"/>
              <a:buChar char="◼"/>
              <a:defRPr/>
            </a:lvl9pPr>
          </a:lstStyle>
          <a:p/>
        </p:txBody>
      </p:sp>
      <p:sp>
        <p:nvSpPr>
          <p:cNvPr id="28" name="Google Shape;28;p3"/>
          <p:cNvSpPr txBox="1"/>
          <p:nvPr>
            <p:ph idx="10" type="dt"/>
          </p:nvPr>
        </p:nvSpPr>
        <p:spPr>
          <a:xfrm>
            <a:off x="7605951" y="6423914"/>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4"/>
          <p:cNvSpPr txBox="1"/>
          <p:nvPr>
            <p:ph type="title"/>
          </p:nvPr>
        </p:nvSpPr>
        <p:spPr>
          <a:xfrm>
            <a:off x="575894" y="729658"/>
            <a:ext cx="11029616" cy="592246"/>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rgbClr val="3F3F3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
          <p:cNvSpPr txBox="1"/>
          <p:nvPr>
            <p:ph idx="10" type="dt"/>
          </p:nvPr>
        </p:nvSpPr>
        <p:spPr>
          <a:xfrm>
            <a:off x="7605951" y="6423914"/>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
          <p:cNvSpPr txBox="1"/>
          <p:nvPr>
            <p:ph idx="11" type="ftr"/>
          </p:nvPr>
        </p:nvSpPr>
        <p:spPr>
          <a:xfrm>
            <a:off x="581192" y="6423914"/>
            <a:ext cx="691721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Libre Franklin"/>
                <a:ea typeface="Libre Franklin"/>
                <a:cs typeface="Libre Franklin"/>
                <a:sym typeface="Libre Franklin"/>
              </a:defRPr>
            </a:lvl1pPr>
            <a:lvl2pPr lvl="1"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2pPr>
            <a:lvl3pPr lvl="2"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3pPr>
            <a:lvl4pPr lvl="3"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4pPr>
            <a:lvl5pPr lvl="4"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5pPr>
            <a:lvl6pPr lvl="5"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6pPr>
            <a:lvl7pPr lvl="6"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7pPr>
            <a:lvl8pPr lvl="7"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8pPr>
            <a:lvl9pPr lvl="8"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9pPr>
          </a:lstStyle>
          <a:p/>
        </p:txBody>
      </p:sp>
      <p:sp>
        <p:nvSpPr>
          <p:cNvPr id="33" name="Google Shape;33;p4"/>
          <p:cNvSpPr txBox="1"/>
          <p:nvPr>
            <p:ph idx="12" type="sldNum"/>
          </p:nvPr>
        </p:nvSpPr>
        <p:spPr>
          <a:xfrm>
            <a:off x="10558300" y="6423914"/>
            <a:ext cx="10525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4" name="Shape 34"/>
        <p:cNvGrpSpPr/>
        <p:nvPr/>
      </p:nvGrpSpPr>
      <p:grpSpPr>
        <a:xfrm>
          <a:off x="0" y="0"/>
          <a:ext cx="0" cy="0"/>
          <a:chOff x="0" y="0"/>
          <a:chExt cx="0" cy="0"/>
        </a:xfrm>
      </p:grpSpPr>
      <p:sp>
        <p:nvSpPr>
          <p:cNvPr id="35" name="Google Shape;35;p5"/>
          <p:cNvSpPr/>
          <p:nvPr/>
        </p:nvSpPr>
        <p:spPr>
          <a:xfrm>
            <a:off x="447817" y="5141974"/>
            <a:ext cx="11290860" cy="1258827"/>
          </a:xfrm>
          <a:prstGeom prst="rect">
            <a:avLst/>
          </a:prstGeom>
          <a:solidFill>
            <a:srgbClr val="4653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5"/>
          <p:cNvSpPr txBox="1"/>
          <p:nvPr>
            <p:ph type="title"/>
          </p:nvPr>
        </p:nvSpPr>
        <p:spPr>
          <a:xfrm>
            <a:off x="581193" y="2393950"/>
            <a:ext cx="11029615" cy="2147467"/>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rgbClr val="3F3F3F"/>
              </a:buClr>
              <a:buSzPts val="3600"/>
              <a:buFont typeface="Franklin Gothic"/>
              <a:buNone/>
              <a:defRPr b="0" sz="3600" cap="none">
                <a:solidFill>
                  <a:srgbClr val="3F3F3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5"/>
          <p:cNvSpPr txBox="1"/>
          <p:nvPr>
            <p:ph idx="1" type="body"/>
          </p:nvPr>
        </p:nvSpPr>
        <p:spPr>
          <a:xfrm>
            <a:off x="581192" y="4541417"/>
            <a:ext cx="11029615" cy="600556"/>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360"/>
              </a:spcBef>
              <a:spcAft>
                <a:spcPts val="0"/>
              </a:spcAft>
              <a:buSzPts val="1656"/>
              <a:buNone/>
              <a:defRPr sz="1800" cap="none">
                <a:solidFill>
                  <a:schemeClr val="accent1"/>
                </a:solidFill>
              </a:defRPr>
            </a:lvl1pPr>
            <a:lvl2pPr indent="-228600" lvl="1" marL="914400" algn="l">
              <a:spcBef>
                <a:spcPts val="600"/>
              </a:spcBef>
              <a:spcAft>
                <a:spcPts val="0"/>
              </a:spcAft>
              <a:buSzPts val="1656"/>
              <a:buNone/>
              <a:defRPr sz="1800">
                <a:solidFill>
                  <a:srgbClr val="888888"/>
                </a:solidFill>
              </a:defRPr>
            </a:lvl2pPr>
            <a:lvl3pPr indent="-228600" lvl="2" marL="1371600" algn="l">
              <a:spcBef>
                <a:spcPts val="600"/>
              </a:spcBef>
              <a:spcAft>
                <a:spcPts val="0"/>
              </a:spcAft>
              <a:buSzPts val="1472"/>
              <a:buNone/>
              <a:defRPr sz="1600">
                <a:solidFill>
                  <a:srgbClr val="888888"/>
                </a:solidFill>
              </a:defRPr>
            </a:lvl3pPr>
            <a:lvl4pPr indent="-228600" lvl="3" marL="1828800" algn="l">
              <a:spcBef>
                <a:spcPts val="600"/>
              </a:spcBef>
              <a:spcAft>
                <a:spcPts val="0"/>
              </a:spcAft>
              <a:buSzPts val="1288"/>
              <a:buNone/>
              <a:defRPr sz="1400">
                <a:solidFill>
                  <a:srgbClr val="888888"/>
                </a:solidFill>
              </a:defRPr>
            </a:lvl4pPr>
            <a:lvl5pPr indent="-228600" lvl="4" marL="2286000" algn="l">
              <a:spcBef>
                <a:spcPts val="600"/>
              </a:spcBef>
              <a:spcAft>
                <a:spcPts val="0"/>
              </a:spcAft>
              <a:buSzPts val="1288"/>
              <a:buNone/>
              <a:defRPr sz="1400">
                <a:solidFill>
                  <a:srgbClr val="888888"/>
                </a:solidFill>
              </a:defRPr>
            </a:lvl5pPr>
            <a:lvl6pPr indent="-228600" lvl="5" marL="2743200" algn="l">
              <a:spcBef>
                <a:spcPts val="600"/>
              </a:spcBef>
              <a:spcAft>
                <a:spcPts val="0"/>
              </a:spcAft>
              <a:buSzPts val="1288"/>
              <a:buNone/>
              <a:defRPr sz="1400">
                <a:solidFill>
                  <a:srgbClr val="888888"/>
                </a:solidFill>
              </a:defRPr>
            </a:lvl6pPr>
            <a:lvl7pPr indent="-228600" lvl="6" marL="3200400" algn="l">
              <a:spcBef>
                <a:spcPts val="600"/>
              </a:spcBef>
              <a:spcAft>
                <a:spcPts val="0"/>
              </a:spcAft>
              <a:buSzPts val="1288"/>
              <a:buNone/>
              <a:defRPr sz="1400">
                <a:solidFill>
                  <a:srgbClr val="888888"/>
                </a:solidFill>
              </a:defRPr>
            </a:lvl7pPr>
            <a:lvl8pPr indent="-228600" lvl="7" marL="3657600" algn="l">
              <a:spcBef>
                <a:spcPts val="600"/>
              </a:spcBef>
              <a:spcAft>
                <a:spcPts val="0"/>
              </a:spcAft>
              <a:buSzPts val="1288"/>
              <a:buNone/>
              <a:defRPr sz="1400">
                <a:solidFill>
                  <a:srgbClr val="888888"/>
                </a:solidFill>
              </a:defRPr>
            </a:lvl8pPr>
            <a:lvl9pPr indent="-228600" lvl="8" marL="4114800" algn="l">
              <a:spcBef>
                <a:spcPts val="600"/>
              </a:spcBef>
              <a:spcAft>
                <a:spcPts val="600"/>
              </a:spcAft>
              <a:buSzPts val="1288"/>
              <a:buNone/>
              <a:defRPr sz="1400">
                <a:solidFill>
                  <a:srgbClr val="888888"/>
                </a:solidFill>
              </a:defRPr>
            </a:lvl9pPr>
          </a:lstStyle>
          <a:p/>
        </p:txBody>
      </p:sp>
      <p:sp>
        <p:nvSpPr>
          <p:cNvPr id="38" name="Google Shape;38;p5"/>
          <p:cNvSpPr txBox="1"/>
          <p:nvPr>
            <p:ph idx="10" type="dt"/>
          </p:nvPr>
        </p:nvSpPr>
        <p:spPr>
          <a:xfrm>
            <a:off x="7605951" y="6423914"/>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5"/>
          <p:cNvSpPr txBox="1"/>
          <p:nvPr>
            <p:ph idx="11" type="ftr"/>
          </p:nvPr>
        </p:nvSpPr>
        <p:spPr>
          <a:xfrm>
            <a:off x="581192" y="6423914"/>
            <a:ext cx="691721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Libre Franklin"/>
                <a:ea typeface="Libre Franklin"/>
                <a:cs typeface="Libre Franklin"/>
                <a:sym typeface="Libre Franklin"/>
              </a:defRPr>
            </a:lvl1pPr>
            <a:lvl2pPr lvl="1"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2pPr>
            <a:lvl3pPr lvl="2"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3pPr>
            <a:lvl4pPr lvl="3"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4pPr>
            <a:lvl5pPr lvl="4"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5pPr>
            <a:lvl6pPr lvl="5"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6pPr>
            <a:lvl7pPr lvl="6"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7pPr>
            <a:lvl8pPr lvl="7"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8pPr>
            <a:lvl9pPr lvl="8"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9pPr>
          </a:lstStyle>
          <a:p/>
        </p:txBody>
      </p:sp>
      <p:sp>
        <p:nvSpPr>
          <p:cNvPr id="40" name="Google Shape;40;p5"/>
          <p:cNvSpPr txBox="1"/>
          <p:nvPr>
            <p:ph idx="12" type="sldNum"/>
          </p:nvPr>
        </p:nvSpPr>
        <p:spPr>
          <a:xfrm>
            <a:off x="10558300" y="6423914"/>
            <a:ext cx="10525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1" name="Shape 41"/>
        <p:cNvGrpSpPr/>
        <p:nvPr/>
      </p:nvGrpSpPr>
      <p:grpSpPr>
        <a:xfrm>
          <a:off x="0" y="0"/>
          <a:ext cx="0" cy="0"/>
          <a:chOff x="0" y="0"/>
          <a:chExt cx="0" cy="0"/>
        </a:xfrm>
      </p:grpSpPr>
      <p:sp>
        <p:nvSpPr>
          <p:cNvPr id="42" name="Google Shape;42;p6"/>
          <p:cNvSpPr txBox="1"/>
          <p:nvPr>
            <p:ph type="title"/>
          </p:nvPr>
        </p:nvSpPr>
        <p:spPr>
          <a:xfrm>
            <a:off x="581193" y="729658"/>
            <a:ext cx="11029616" cy="492855"/>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rgbClr val="3F3F3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
          <p:cNvSpPr txBox="1"/>
          <p:nvPr>
            <p:ph idx="1" type="body"/>
          </p:nvPr>
        </p:nvSpPr>
        <p:spPr>
          <a:xfrm>
            <a:off x="581193" y="1391479"/>
            <a:ext cx="5194767" cy="4469572"/>
          </a:xfrm>
          <a:prstGeom prst="rect">
            <a:avLst/>
          </a:prstGeom>
          <a:noFill/>
          <a:ln>
            <a:noFill/>
          </a:ln>
        </p:spPr>
        <p:txBody>
          <a:bodyPr anchorCtr="0" anchor="ctr" bIns="45700" lIns="91425" spcFirstLastPara="1" rIns="91425" wrap="square" tIns="45700">
            <a:normAutofit/>
          </a:bodyPr>
          <a:lstStyle>
            <a:lvl1pPr indent="-333756" lvl="0" marL="457200" algn="l">
              <a:lnSpc>
                <a:spcPct val="110000"/>
              </a:lnSpc>
              <a:spcBef>
                <a:spcPts val="360"/>
              </a:spcBef>
              <a:spcAft>
                <a:spcPts val="0"/>
              </a:spcAft>
              <a:buSzPts val="1656"/>
              <a:buChar char="◼"/>
              <a:defRPr/>
            </a:lvl1pPr>
            <a:lvl2pPr indent="-333756" lvl="1" marL="914400" algn="l">
              <a:spcBef>
                <a:spcPts val="600"/>
              </a:spcBef>
              <a:spcAft>
                <a:spcPts val="0"/>
              </a:spcAft>
              <a:buSzPts val="1656"/>
              <a:buChar char="◼"/>
              <a:defRPr/>
            </a:lvl2pPr>
            <a:lvl3pPr indent="-333756" lvl="2" marL="1371600" algn="l">
              <a:spcBef>
                <a:spcPts val="600"/>
              </a:spcBef>
              <a:spcAft>
                <a:spcPts val="0"/>
              </a:spcAft>
              <a:buSzPts val="1656"/>
              <a:buChar char="◼"/>
              <a:defRPr/>
            </a:lvl3pPr>
            <a:lvl4pPr indent="-333756" lvl="3" marL="1828800" algn="l">
              <a:spcBef>
                <a:spcPts val="600"/>
              </a:spcBef>
              <a:spcAft>
                <a:spcPts val="0"/>
              </a:spcAft>
              <a:buSzPts val="1656"/>
              <a:buChar char="◼"/>
              <a:defRPr/>
            </a:lvl4pPr>
            <a:lvl5pPr indent="-333756" lvl="4" marL="2286000" algn="l">
              <a:spcBef>
                <a:spcPts val="600"/>
              </a:spcBef>
              <a:spcAft>
                <a:spcPts val="0"/>
              </a:spcAft>
              <a:buSzPts val="1656"/>
              <a:buChar char="◼"/>
              <a:defRPr/>
            </a:lvl5pPr>
            <a:lvl6pPr indent="-333756" lvl="5" marL="2743200" algn="l">
              <a:spcBef>
                <a:spcPts val="600"/>
              </a:spcBef>
              <a:spcAft>
                <a:spcPts val="0"/>
              </a:spcAft>
              <a:buSzPts val="1656"/>
              <a:buChar char="◼"/>
              <a:defRPr/>
            </a:lvl6pPr>
            <a:lvl7pPr indent="-333756" lvl="6" marL="3200400" algn="l">
              <a:spcBef>
                <a:spcPts val="600"/>
              </a:spcBef>
              <a:spcAft>
                <a:spcPts val="0"/>
              </a:spcAft>
              <a:buSzPts val="1656"/>
              <a:buChar char="◼"/>
              <a:defRPr/>
            </a:lvl7pPr>
            <a:lvl8pPr indent="-333756" lvl="7" marL="3657600" algn="l">
              <a:spcBef>
                <a:spcPts val="600"/>
              </a:spcBef>
              <a:spcAft>
                <a:spcPts val="0"/>
              </a:spcAft>
              <a:buSzPts val="1656"/>
              <a:buChar char="◼"/>
              <a:defRPr/>
            </a:lvl8pPr>
            <a:lvl9pPr indent="-333756" lvl="8" marL="4114800" algn="l">
              <a:spcBef>
                <a:spcPts val="600"/>
              </a:spcBef>
              <a:spcAft>
                <a:spcPts val="600"/>
              </a:spcAft>
              <a:buSzPts val="1656"/>
              <a:buChar char="◼"/>
              <a:defRPr/>
            </a:lvl9pPr>
          </a:lstStyle>
          <a:p/>
        </p:txBody>
      </p:sp>
      <p:sp>
        <p:nvSpPr>
          <p:cNvPr id="44" name="Google Shape;44;p6"/>
          <p:cNvSpPr txBox="1"/>
          <p:nvPr>
            <p:ph idx="2" type="body"/>
          </p:nvPr>
        </p:nvSpPr>
        <p:spPr>
          <a:xfrm>
            <a:off x="6416039" y="1391479"/>
            <a:ext cx="5194769" cy="4469572"/>
          </a:xfrm>
          <a:prstGeom prst="rect">
            <a:avLst/>
          </a:prstGeom>
          <a:noFill/>
          <a:ln>
            <a:noFill/>
          </a:ln>
        </p:spPr>
        <p:txBody>
          <a:bodyPr anchorCtr="0" anchor="ctr" bIns="45700" lIns="91425" spcFirstLastPara="1" rIns="91425" wrap="square" tIns="45700">
            <a:normAutofit/>
          </a:bodyPr>
          <a:lstStyle>
            <a:lvl1pPr indent="-333756" lvl="0" marL="457200" algn="l">
              <a:lnSpc>
                <a:spcPct val="110000"/>
              </a:lnSpc>
              <a:spcBef>
                <a:spcPts val="360"/>
              </a:spcBef>
              <a:spcAft>
                <a:spcPts val="0"/>
              </a:spcAft>
              <a:buSzPts val="1656"/>
              <a:buChar char="◼"/>
              <a:defRPr/>
            </a:lvl1pPr>
            <a:lvl2pPr indent="-333756" lvl="1" marL="914400" algn="l">
              <a:spcBef>
                <a:spcPts val="600"/>
              </a:spcBef>
              <a:spcAft>
                <a:spcPts val="0"/>
              </a:spcAft>
              <a:buSzPts val="1656"/>
              <a:buChar char="◼"/>
              <a:defRPr/>
            </a:lvl2pPr>
            <a:lvl3pPr indent="-333756" lvl="2" marL="1371600" algn="l">
              <a:spcBef>
                <a:spcPts val="600"/>
              </a:spcBef>
              <a:spcAft>
                <a:spcPts val="0"/>
              </a:spcAft>
              <a:buSzPts val="1656"/>
              <a:buChar char="◼"/>
              <a:defRPr/>
            </a:lvl3pPr>
            <a:lvl4pPr indent="-333756" lvl="3" marL="1828800" algn="l">
              <a:spcBef>
                <a:spcPts val="600"/>
              </a:spcBef>
              <a:spcAft>
                <a:spcPts val="0"/>
              </a:spcAft>
              <a:buSzPts val="1656"/>
              <a:buChar char="◼"/>
              <a:defRPr/>
            </a:lvl4pPr>
            <a:lvl5pPr indent="-333756" lvl="4" marL="2286000" algn="l">
              <a:spcBef>
                <a:spcPts val="600"/>
              </a:spcBef>
              <a:spcAft>
                <a:spcPts val="0"/>
              </a:spcAft>
              <a:buSzPts val="1656"/>
              <a:buChar char="◼"/>
              <a:defRPr/>
            </a:lvl5pPr>
            <a:lvl6pPr indent="-333756" lvl="5" marL="2743200" algn="l">
              <a:spcBef>
                <a:spcPts val="600"/>
              </a:spcBef>
              <a:spcAft>
                <a:spcPts val="0"/>
              </a:spcAft>
              <a:buSzPts val="1656"/>
              <a:buChar char="◼"/>
              <a:defRPr/>
            </a:lvl6pPr>
            <a:lvl7pPr indent="-333756" lvl="6" marL="3200400" algn="l">
              <a:spcBef>
                <a:spcPts val="600"/>
              </a:spcBef>
              <a:spcAft>
                <a:spcPts val="0"/>
              </a:spcAft>
              <a:buSzPts val="1656"/>
              <a:buChar char="◼"/>
              <a:defRPr/>
            </a:lvl7pPr>
            <a:lvl8pPr indent="-333756" lvl="7" marL="3657600" algn="l">
              <a:spcBef>
                <a:spcPts val="600"/>
              </a:spcBef>
              <a:spcAft>
                <a:spcPts val="0"/>
              </a:spcAft>
              <a:buSzPts val="1656"/>
              <a:buChar char="◼"/>
              <a:defRPr/>
            </a:lvl8pPr>
            <a:lvl9pPr indent="-333756" lvl="8" marL="4114800" algn="l">
              <a:spcBef>
                <a:spcPts val="600"/>
              </a:spcBef>
              <a:spcAft>
                <a:spcPts val="600"/>
              </a:spcAft>
              <a:buSzPts val="1656"/>
              <a:buChar char="◼"/>
              <a:defRPr/>
            </a:lvl9pPr>
          </a:lstStyle>
          <a:p/>
        </p:txBody>
      </p:sp>
      <p:sp>
        <p:nvSpPr>
          <p:cNvPr id="45" name="Google Shape;45;p6"/>
          <p:cNvSpPr txBox="1"/>
          <p:nvPr>
            <p:ph idx="10" type="dt"/>
          </p:nvPr>
        </p:nvSpPr>
        <p:spPr>
          <a:xfrm>
            <a:off x="7605951" y="6423914"/>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6"/>
          <p:cNvSpPr txBox="1"/>
          <p:nvPr>
            <p:ph idx="11" type="ftr"/>
          </p:nvPr>
        </p:nvSpPr>
        <p:spPr>
          <a:xfrm>
            <a:off x="581192" y="6423914"/>
            <a:ext cx="691721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Libre Franklin"/>
                <a:ea typeface="Libre Franklin"/>
                <a:cs typeface="Libre Franklin"/>
                <a:sym typeface="Libre Franklin"/>
              </a:defRPr>
            </a:lvl1pPr>
            <a:lvl2pPr lvl="1"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2pPr>
            <a:lvl3pPr lvl="2"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3pPr>
            <a:lvl4pPr lvl="3"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4pPr>
            <a:lvl5pPr lvl="4"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5pPr>
            <a:lvl6pPr lvl="5"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6pPr>
            <a:lvl7pPr lvl="6"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7pPr>
            <a:lvl8pPr lvl="7"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8pPr>
            <a:lvl9pPr lvl="8"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9pPr>
          </a:lstStyle>
          <a:p/>
        </p:txBody>
      </p:sp>
      <p:sp>
        <p:nvSpPr>
          <p:cNvPr id="47" name="Google Shape;47;p6"/>
          <p:cNvSpPr txBox="1"/>
          <p:nvPr>
            <p:ph idx="12" type="sldNum"/>
          </p:nvPr>
        </p:nvSpPr>
        <p:spPr>
          <a:xfrm>
            <a:off x="10558300" y="6423914"/>
            <a:ext cx="10525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48" name="Shape 48"/>
        <p:cNvGrpSpPr/>
        <p:nvPr/>
      </p:nvGrpSpPr>
      <p:grpSpPr>
        <a:xfrm>
          <a:off x="0" y="0"/>
          <a:ext cx="0" cy="0"/>
          <a:chOff x="0" y="0"/>
          <a:chExt cx="0" cy="0"/>
        </a:xfrm>
      </p:grpSpPr>
      <p:sp>
        <p:nvSpPr>
          <p:cNvPr id="49" name="Google Shape;49;p7"/>
          <p:cNvSpPr txBox="1"/>
          <p:nvPr>
            <p:ph type="title"/>
          </p:nvPr>
        </p:nvSpPr>
        <p:spPr>
          <a:xfrm>
            <a:off x="581193" y="729658"/>
            <a:ext cx="11029616" cy="988332"/>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rgbClr val="3F3F3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7"/>
          <p:cNvSpPr txBox="1"/>
          <p:nvPr>
            <p:ph idx="1" type="body"/>
          </p:nvPr>
        </p:nvSpPr>
        <p:spPr>
          <a:xfrm>
            <a:off x="581191" y="2250891"/>
            <a:ext cx="5194769" cy="557784"/>
          </a:xfrm>
          <a:prstGeom prst="rect">
            <a:avLst/>
          </a:prstGeom>
          <a:noFill/>
          <a:ln>
            <a:noFill/>
          </a:ln>
        </p:spPr>
        <p:txBody>
          <a:bodyPr anchorCtr="0" anchor="ctr" bIns="45700" lIns="91425" spcFirstLastPara="1" rIns="91425" wrap="square" tIns="45700">
            <a:noAutofit/>
          </a:bodyPr>
          <a:lstStyle>
            <a:lvl1pPr indent="-228600" lvl="0" marL="457200" algn="l">
              <a:lnSpc>
                <a:spcPct val="110000"/>
              </a:lnSpc>
              <a:spcBef>
                <a:spcPts val="400"/>
              </a:spcBef>
              <a:spcAft>
                <a:spcPts val="0"/>
              </a:spcAft>
              <a:buSzPts val="1840"/>
              <a:buNone/>
              <a:defRPr b="0" sz="2000">
                <a:solidFill>
                  <a:srgbClr val="3F3F3F"/>
                </a:solidFill>
              </a:defRPr>
            </a:lvl1pPr>
            <a:lvl2pPr indent="-228600" lvl="1" marL="914400" algn="l">
              <a:spcBef>
                <a:spcPts val="600"/>
              </a:spcBef>
              <a:spcAft>
                <a:spcPts val="0"/>
              </a:spcAft>
              <a:buSzPts val="1840"/>
              <a:buNone/>
              <a:defRPr b="1" sz="2000"/>
            </a:lvl2pPr>
            <a:lvl3pPr indent="-228600" lvl="2" marL="1371600" algn="l">
              <a:spcBef>
                <a:spcPts val="600"/>
              </a:spcBef>
              <a:spcAft>
                <a:spcPts val="0"/>
              </a:spcAft>
              <a:buSzPts val="1656"/>
              <a:buNone/>
              <a:defRPr b="1" sz="1800"/>
            </a:lvl3pPr>
            <a:lvl4pPr indent="-228600" lvl="3" marL="1828800" algn="l">
              <a:spcBef>
                <a:spcPts val="600"/>
              </a:spcBef>
              <a:spcAft>
                <a:spcPts val="0"/>
              </a:spcAft>
              <a:buSzPts val="1472"/>
              <a:buNone/>
              <a:defRPr b="1" sz="1600"/>
            </a:lvl4pPr>
            <a:lvl5pPr indent="-228600" lvl="4" marL="2286000" algn="l">
              <a:spcBef>
                <a:spcPts val="600"/>
              </a:spcBef>
              <a:spcAft>
                <a:spcPts val="0"/>
              </a:spcAft>
              <a:buSzPts val="1472"/>
              <a:buNone/>
              <a:defRPr b="1" sz="1600"/>
            </a:lvl5pPr>
            <a:lvl6pPr indent="-228600" lvl="5" marL="2743200" algn="l">
              <a:spcBef>
                <a:spcPts val="600"/>
              </a:spcBef>
              <a:spcAft>
                <a:spcPts val="0"/>
              </a:spcAft>
              <a:buSzPts val="1472"/>
              <a:buNone/>
              <a:defRPr b="1" sz="1600"/>
            </a:lvl6pPr>
            <a:lvl7pPr indent="-228600" lvl="6" marL="3200400" algn="l">
              <a:spcBef>
                <a:spcPts val="600"/>
              </a:spcBef>
              <a:spcAft>
                <a:spcPts val="0"/>
              </a:spcAft>
              <a:buSzPts val="1472"/>
              <a:buNone/>
              <a:defRPr b="1" sz="1600"/>
            </a:lvl7pPr>
            <a:lvl8pPr indent="-228600" lvl="7" marL="3657600" algn="l">
              <a:spcBef>
                <a:spcPts val="600"/>
              </a:spcBef>
              <a:spcAft>
                <a:spcPts val="0"/>
              </a:spcAft>
              <a:buSzPts val="1472"/>
              <a:buNone/>
              <a:defRPr b="1" sz="1600"/>
            </a:lvl8pPr>
            <a:lvl9pPr indent="-228600" lvl="8" marL="4114800" algn="l">
              <a:spcBef>
                <a:spcPts val="600"/>
              </a:spcBef>
              <a:spcAft>
                <a:spcPts val="600"/>
              </a:spcAft>
              <a:buSzPts val="1472"/>
              <a:buNone/>
              <a:defRPr b="1" sz="1600"/>
            </a:lvl9pPr>
          </a:lstStyle>
          <a:p/>
        </p:txBody>
      </p:sp>
      <p:sp>
        <p:nvSpPr>
          <p:cNvPr id="51" name="Google Shape;51;p7"/>
          <p:cNvSpPr txBox="1"/>
          <p:nvPr>
            <p:ph idx="2" type="body"/>
          </p:nvPr>
        </p:nvSpPr>
        <p:spPr>
          <a:xfrm>
            <a:off x="581194" y="2926052"/>
            <a:ext cx="5194766" cy="2934999"/>
          </a:xfrm>
          <a:prstGeom prst="rect">
            <a:avLst/>
          </a:prstGeom>
          <a:noFill/>
          <a:ln>
            <a:noFill/>
          </a:ln>
        </p:spPr>
        <p:txBody>
          <a:bodyPr anchorCtr="0" anchor="t" bIns="45700" lIns="91425" spcFirstLastPara="1" rIns="91425" wrap="square" tIns="45700">
            <a:normAutofit/>
          </a:bodyPr>
          <a:lstStyle>
            <a:lvl1pPr indent="-333756" lvl="0" marL="457200" algn="l">
              <a:lnSpc>
                <a:spcPct val="110000"/>
              </a:lnSpc>
              <a:spcBef>
                <a:spcPts val="360"/>
              </a:spcBef>
              <a:spcAft>
                <a:spcPts val="0"/>
              </a:spcAft>
              <a:buSzPts val="1656"/>
              <a:buChar char="◼"/>
              <a:defRPr/>
            </a:lvl1pPr>
            <a:lvl2pPr indent="-333756" lvl="1" marL="914400" algn="l">
              <a:spcBef>
                <a:spcPts val="600"/>
              </a:spcBef>
              <a:spcAft>
                <a:spcPts val="0"/>
              </a:spcAft>
              <a:buSzPts val="1656"/>
              <a:buChar char="◼"/>
              <a:defRPr/>
            </a:lvl2pPr>
            <a:lvl3pPr indent="-333756" lvl="2" marL="1371600" algn="l">
              <a:spcBef>
                <a:spcPts val="600"/>
              </a:spcBef>
              <a:spcAft>
                <a:spcPts val="0"/>
              </a:spcAft>
              <a:buSzPts val="1656"/>
              <a:buChar char="◼"/>
              <a:defRPr/>
            </a:lvl3pPr>
            <a:lvl4pPr indent="-333756" lvl="3" marL="1828800" algn="l">
              <a:spcBef>
                <a:spcPts val="600"/>
              </a:spcBef>
              <a:spcAft>
                <a:spcPts val="0"/>
              </a:spcAft>
              <a:buSzPts val="1656"/>
              <a:buChar char="◼"/>
              <a:defRPr/>
            </a:lvl4pPr>
            <a:lvl5pPr indent="-333756" lvl="4" marL="2286000" algn="l">
              <a:spcBef>
                <a:spcPts val="600"/>
              </a:spcBef>
              <a:spcAft>
                <a:spcPts val="0"/>
              </a:spcAft>
              <a:buSzPts val="1656"/>
              <a:buChar char="◼"/>
              <a:defRPr/>
            </a:lvl5pPr>
            <a:lvl6pPr indent="-333756" lvl="5" marL="2743200" algn="l">
              <a:spcBef>
                <a:spcPts val="600"/>
              </a:spcBef>
              <a:spcAft>
                <a:spcPts val="0"/>
              </a:spcAft>
              <a:buSzPts val="1656"/>
              <a:buChar char="◼"/>
              <a:defRPr/>
            </a:lvl6pPr>
            <a:lvl7pPr indent="-333756" lvl="6" marL="3200400" algn="l">
              <a:spcBef>
                <a:spcPts val="600"/>
              </a:spcBef>
              <a:spcAft>
                <a:spcPts val="0"/>
              </a:spcAft>
              <a:buSzPts val="1656"/>
              <a:buChar char="◼"/>
              <a:defRPr/>
            </a:lvl7pPr>
            <a:lvl8pPr indent="-333756" lvl="7" marL="3657600" algn="l">
              <a:spcBef>
                <a:spcPts val="600"/>
              </a:spcBef>
              <a:spcAft>
                <a:spcPts val="0"/>
              </a:spcAft>
              <a:buSzPts val="1656"/>
              <a:buChar char="◼"/>
              <a:defRPr/>
            </a:lvl8pPr>
            <a:lvl9pPr indent="-333756" lvl="8" marL="4114800" algn="l">
              <a:spcBef>
                <a:spcPts val="600"/>
              </a:spcBef>
              <a:spcAft>
                <a:spcPts val="600"/>
              </a:spcAft>
              <a:buSzPts val="1656"/>
              <a:buChar char="◼"/>
              <a:defRPr/>
            </a:lvl9pPr>
          </a:lstStyle>
          <a:p/>
        </p:txBody>
      </p:sp>
      <p:sp>
        <p:nvSpPr>
          <p:cNvPr id="52" name="Google Shape;52;p7"/>
          <p:cNvSpPr txBox="1"/>
          <p:nvPr>
            <p:ph idx="3" type="body"/>
          </p:nvPr>
        </p:nvSpPr>
        <p:spPr>
          <a:xfrm>
            <a:off x="6416039" y="2250892"/>
            <a:ext cx="5194770" cy="553373"/>
          </a:xfrm>
          <a:prstGeom prst="rect">
            <a:avLst/>
          </a:prstGeom>
          <a:noFill/>
          <a:ln>
            <a:noFill/>
          </a:ln>
        </p:spPr>
        <p:txBody>
          <a:bodyPr anchorCtr="0" anchor="ctr" bIns="45700" lIns="91425" spcFirstLastPara="1" rIns="91425" wrap="square" tIns="45700">
            <a:noAutofit/>
          </a:bodyPr>
          <a:lstStyle>
            <a:lvl1pPr indent="-228600" lvl="0" marL="457200" marR="0" algn="l">
              <a:lnSpc>
                <a:spcPct val="100000"/>
              </a:lnSpc>
              <a:spcBef>
                <a:spcPts val="400"/>
              </a:spcBef>
              <a:spcAft>
                <a:spcPts val="0"/>
              </a:spcAft>
              <a:buClr>
                <a:schemeClr val="accent1"/>
              </a:buClr>
              <a:buSzPts val="1840"/>
              <a:buFont typeface="Noto Sans Symbols"/>
              <a:buNone/>
              <a:defRPr b="0" sz="2000">
                <a:solidFill>
                  <a:srgbClr val="3F3F3F"/>
                </a:solidFill>
              </a:defRPr>
            </a:lvl1pPr>
            <a:lvl2pPr indent="-228600" lvl="1" marL="914400" algn="l">
              <a:spcBef>
                <a:spcPts val="600"/>
              </a:spcBef>
              <a:spcAft>
                <a:spcPts val="0"/>
              </a:spcAft>
              <a:buSzPts val="1840"/>
              <a:buNone/>
              <a:defRPr b="1" sz="2000"/>
            </a:lvl2pPr>
            <a:lvl3pPr indent="-228600" lvl="2" marL="1371600" algn="l">
              <a:spcBef>
                <a:spcPts val="600"/>
              </a:spcBef>
              <a:spcAft>
                <a:spcPts val="0"/>
              </a:spcAft>
              <a:buSzPts val="1656"/>
              <a:buNone/>
              <a:defRPr b="1" sz="1800"/>
            </a:lvl3pPr>
            <a:lvl4pPr indent="-228600" lvl="3" marL="1828800" algn="l">
              <a:spcBef>
                <a:spcPts val="600"/>
              </a:spcBef>
              <a:spcAft>
                <a:spcPts val="0"/>
              </a:spcAft>
              <a:buSzPts val="1472"/>
              <a:buNone/>
              <a:defRPr b="1" sz="1600"/>
            </a:lvl4pPr>
            <a:lvl5pPr indent="-228600" lvl="4" marL="2286000" algn="l">
              <a:spcBef>
                <a:spcPts val="600"/>
              </a:spcBef>
              <a:spcAft>
                <a:spcPts val="0"/>
              </a:spcAft>
              <a:buSzPts val="1472"/>
              <a:buNone/>
              <a:defRPr b="1" sz="1600"/>
            </a:lvl5pPr>
            <a:lvl6pPr indent="-228600" lvl="5" marL="2743200" algn="l">
              <a:spcBef>
                <a:spcPts val="600"/>
              </a:spcBef>
              <a:spcAft>
                <a:spcPts val="0"/>
              </a:spcAft>
              <a:buSzPts val="1472"/>
              <a:buNone/>
              <a:defRPr b="1" sz="1600"/>
            </a:lvl6pPr>
            <a:lvl7pPr indent="-228600" lvl="6" marL="3200400" algn="l">
              <a:spcBef>
                <a:spcPts val="600"/>
              </a:spcBef>
              <a:spcAft>
                <a:spcPts val="0"/>
              </a:spcAft>
              <a:buSzPts val="1472"/>
              <a:buNone/>
              <a:defRPr b="1" sz="1600"/>
            </a:lvl7pPr>
            <a:lvl8pPr indent="-228600" lvl="7" marL="3657600" algn="l">
              <a:spcBef>
                <a:spcPts val="600"/>
              </a:spcBef>
              <a:spcAft>
                <a:spcPts val="0"/>
              </a:spcAft>
              <a:buSzPts val="1472"/>
              <a:buNone/>
              <a:defRPr b="1" sz="1600"/>
            </a:lvl8pPr>
            <a:lvl9pPr indent="-228600" lvl="8" marL="4114800" algn="l">
              <a:spcBef>
                <a:spcPts val="600"/>
              </a:spcBef>
              <a:spcAft>
                <a:spcPts val="600"/>
              </a:spcAft>
              <a:buSzPts val="1472"/>
              <a:buNone/>
              <a:defRPr b="1" sz="1600"/>
            </a:lvl9pPr>
          </a:lstStyle>
          <a:p/>
        </p:txBody>
      </p:sp>
      <p:sp>
        <p:nvSpPr>
          <p:cNvPr id="53" name="Google Shape;53;p7"/>
          <p:cNvSpPr txBox="1"/>
          <p:nvPr>
            <p:ph idx="4" type="body"/>
          </p:nvPr>
        </p:nvSpPr>
        <p:spPr>
          <a:xfrm>
            <a:off x="6416037" y="2926052"/>
            <a:ext cx="5194771" cy="2934999"/>
          </a:xfrm>
          <a:prstGeom prst="rect">
            <a:avLst/>
          </a:prstGeom>
          <a:noFill/>
          <a:ln>
            <a:noFill/>
          </a:ln>
        </p:spPr>
        <p:txBody>
          <a:bodyPr anchorCtr="0" anchor="t" bIns="45700" lIns="91425" spcFirstLastPara="1" rIns="91425" wrap="square" tIns="45700">
            <a:normAutofit/>
          </a:bodyPr>
          <a:lstStyle>
            <a:lvl1pPr indent="-333756" lvl="0" marL="457200" algn="l">
              <a:lnSpc>
                <a:spcPct val="110000"/>
              </a:lnSpc>
              <a:spcBef>
                <a:spcPts val="360"/>
              </a:spcBef>
              <a:spcAft>
                <a:spcPts val="0"/>
              </a:spcAft>
              <a:buSzPts val="1656"/>
              <a:buChar char="◼"/>
              <a:defRPr/>
            </a:lvl1pPr>
            <a:lvl2pPr indent="-333756" lvl="1" marL="914400" algn="l">
              <a:spcBef>
                <a:spcPts val="600"/>
              </a:spcBef>
              <a:spcAft>
                <a:spcPts val="0"/>
              </a:spcAft>
              <a:buSzPts val="1656"/>
              <a:buChar char="◼"/>
              <a:defRPr/>
            </a:lvl2pPr>
            <a:lvl3pPr indent="-333756" lvl="2" marL="1371600" algn="l">
              <a:spcBef>
                <a:spcPts val="600"/>
              </a:spcBef>
              <a:spcAft>
                <a:spcPts val="0"/>
              </a:spcAft>
              <a:buSzPts val="1656"/>
              <a:buChar char="◼"/>
              <a:defRPr/>
            </a:lvl3pPr>
            <a:lvl4pPr indent="-333756" lvl="3" marL="1828800" algn="l">
              <a:spcBef>
                <a:spcPts val="600"/>
              </a:spcBef>
              <a:spcAft>
                <a:spcPts val="0"/>
              </a:spcAft>
              <a:buSzPts val="1656"/>
              <a:buChar char="◼"/>
              <a:defRPr/>
            </a:lvl4pPr>
            <a:lvl5pPr indent="-333756" lvl="4" marL="2286000" algn="l">
              <a:spcBef>
                <a:spcPts val="600"/>
              </a:spcBef>
              <a:spcAft>
                <a:spcPts val="0"/>
              </a:spcAft>
              <a:buSzPts val="1656"/>
              <a:buChar char="◼"/>
              <a:defRPr/>
            </a:lvl5pPr>
            <a:lvl6pPr indent="-333756" lvl="5" marL="2743200" algn="l">
              <a:spcBef>
                <a:spcPts val="600"/>
              </a:spcBef>
              <a:spcAft>
                <a:spcPts val="0"/>
              </a:spcAft>
              <a:buSzPts val="1656"/>
              <a:buChar char="◼"/>
              <a:defRPr/>
            </a:lvl6pPr>
            <a:lvl7pPr indent="-333756" lvl="6" marL="3200400" algn="l">
              <a:spcBef>
                <a:spcPts val="600"/>
              </a:spcBef>
              <a:spcAft>
                <a:spcPts val="0"/>
              </a:spcAft>
              <a:buSzPts val="1656"/>
              <a:buChar char="◼"/>
              <a:defRPr/>
            </a:lvl7pPr>
            <a:lvl8pPr indent="-333756" lvl="7" marL="3657600" algn="l">
              <a:spcBef>
                <a:spcPts val="600"/>
              </a:spcBef>
              <a:spcAft>
                <a:spcPts val="0"/>
              </a:spcAft>
              <a:buSzPts val="1656"/>
              <a:buChar char="◼"/>
              <a:defRPr/>
            </a:lvl8pPr>
            <a:lvl9pPr indent="-333756" lvl="8" marL="4114800" algn="l">
              <a:spcBef>
                <a:spcPts val="600"/>
              </a:spcBef>
              <a:spcAft>
                <a:spcPts val="600"/>
              </a:spcAft>
              <a:buSzPts val="1656"/>
              <a:buChar char="◼"/>
              <a:defRPr/>
            </a:lvl9pPr>
          </a:lstStyle>
          <a:p/>
        </p:txBody>
      </p:sp>
      <p:sp>
        <p:nvSpPr>
          <p:cNvPr id="54" name="Google Shape;54;p7"/>
          <p:cNvSpPr txBox="1"/>
          <p:nvPr>
            <p:ph idx="10" type="dt"/>
          </p:nvPr>
        </p:nvSpPr>
        <p:spPr>
          <a:xfrm>
            <a:off x="7605951" y="6423914"/>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7"/>
          <p:cNvSpPr txBox="1"/>
          <p:nvPr>
            <p:ph idx="11" type="ftr"/>
          </p:nvPr>
        </p:nvSpPr>
        <p:spPr>
          <a:xfrm>
            <a:off x="581192" y="6423914"/>
            <a:ext cx="691721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Libre Franklin"/>
                <a:ea typeface="Libre Franklin"/>
                <a:cs typeface="Libre Franklin"/>
                <a:sym typeface="Libre Franklin"/>
              </a:defRPr>
            </a:lvl1pPr>
            <a:lvl2pPr lvl="1"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2pPr>
            <a:lvl3pPr lvl="2"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3pPr>
            <a:lvl4pPr lvl="3"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4pPr>
            <a:lvl5pPr lvl="4"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5pPr>
            <a:lvl6pPr lvl="5"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6pPr>
            <a:lvl7pPr lvl="6"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7pPr>
            <a:lvl8pPr lvl="7"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8pPr>
            <a:lvl9pPr lvl="8"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9pPr>
          </a:lstStyle>
          <a:p/>
        </p:txBody>
      </p:sp>
      <p:sp>
        <p:nvSpPr>
          <p:cNvPr id="56" name="Google Shape;56;p7"/>
          <p:cNvSpPr txBox="1"/>
          <p:nvPr>
            <p:ph idx="12" type="sldNum"/>
          </p:nvPr>
        </p:nvSpPr>
        <p:spPr>
          <a:xfrm>
            <a:off x="10558300" y="6423914"/>
            <a:ext cx="10525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7" name="Shape 57"/>
        <p:cNvGrpSpPr/>
        <p:nvPr/>
      </p:nvGrpSpPr>
      <p:grpSpPr>
        <a:xfrm>
          <a:off x="0" y="0"/>
          <a:ext cx="0" cy="0"/>
          <a:chOff x="0" y="0"/>
          <a:chExt cx="0" cy="0"/>
        </a:xfrm>
      </p:grpSpPr>
      <p:sp>
        <p:nvSpPr>
          <p:cNvPr id="58" name="Google Shape;58;p8"/>
          <p:cNvSpPr txBox="1"/>
          <p:nvPr>
            <p:ph idx="10" type="dt"/>
          </p:nvPr>
        </p:nvSpPr>
        <p:spPr>
          <a:xfrm>
            <a:off x="7605951" y="6423914"/>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8"/>
          <p:cNvSpPr txBox="1"/>
          <p:nvPr>
            <p:ph idx="11" type="ftr"/>
          </p:nvPr>
        </p:nvSpPr>
        <p:spPr>
          <a:xfrm>
            <a:off x="581192" y="6423914"/>
            <a:ext cx="691721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Libre Franklin"/>
                <a:ea typeface="Libre Franklin"/>
                <a:cs typeface="Libre Franklin"/>
                <a:sym typeface="Libre Franklin"/>
              </a:defRPr>
            </a:lvl1pPr>
            <a:lvl2pPr lvl="1"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2pPr>
            <a:lvl3pPr lvl="2"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3pPr>
            <a:lvl4pPr lvl="3"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4pPr>
            <a:lvl5pPr lvl="4"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5pPr>
            <a:lvl6pPr lvl="5"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6pPr>
            <a:lvl7pPr lvl="6"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7pPr>
            <a:lvl8pPr lvl="7"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8pPr>
            <a:lvl9pPr lvl="8"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9pPr>
          </a:lstStyle>
          <a:p/>
        </p:txBody>
      </p:sp>
      <p:sp>
        <p:nvSpPr>
          <p:cNvPr id="60" name="Google Shape;60;p8"/>
          <p:cNvSpPr txBox="1"/>
          <p:nvPr>
            <p:ph idx="12" type="sldNum"/>
          </p:nvPr>
        </p:nvSpPr>
        <p:spPr>
          <a:xfrm>
            <a:off x="10558300" y="6423914"/>
            <a:ext cx="10525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1" name="Shape 61"/>
        <p:cNvGrpSpPr/>
        <p:nvPr/>
      </p:nvGrpSpPr>
      <p:grpSpPr>
        <a:xfrm>
          <a:off x="0" y="0"/>
          <a:ext cx="0" cy="0"/>
          <a:chOff x="0" y="0"/>
          <a:chExt cx="0" cy="0"/>
        </a:xfrm>
      </p:grpSpPr>
      <p:sp>
        <p:nvSpPr>
          <p:cNvPr id="62" name="Google Shape;62;p9"/>
          <p:cNvSpPr/>
          <p:nvPr/>
        </p:nvSpPr>
        <p:spPr>
          <a:xfrm>
            <a:off x="447817" y="601200"/>
            <a:ext cx="3682723" cy="5815475"/>
          </a:xfrm>
          <a:prstGeom prst="rect">
            <a:avLst/>
          </a:prstGeom>
          <a:solidFill>
            <a:srgbClr val="4653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9"/>
          <p:cNvSpPr txBox="1"/>
          <p:nvPr>
            <p:ph type="title"/>
          </p:nvPr>
        </p:nvSpPr>
        <p:spPr>
          <a:xfrm>
            <a:off x="767857" y="933450"/>
            <a:ext cx="3031852" cy="1722419"/>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rgbClr val="FFFFFF"/>
              </a:buClr>
              <a:buSzPts val="2400"/>
              <a:buFont typeface="Franklin Gothic"/>
              <a:buNone/>
              <a:defRPr b="0" sz="2400">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idx="1" type="body"/>
          </p:nvPr>
        </p:nvSpPr>
        <p:spPr>
          <a:xfrm>
            <a:off x="4900928" y="1179829"/>
            <a:ext cx="6650991" cy="4658216"/>
          </a:xfrm>
          <a:prstGeom prst="rect">
            <a:avLst/>
          </a:prstGeom>
          <a:noFill/>
          <a:ln>
            <a:noFill/>
          </a:ln>
        </p:spPr>
        <p:txBody>
          <a:bodyPr anchorCtr="0" anchor="ctr" bIns="45700" lIns="91425" spcFirstLastPara="1" rIns="91425" wrap="square" tIns="45700">
            <a:normAutofit/>
          </a:bodyPr>
          <a:lstStyle>
            <a:lvl1pPr indent="-345440" lvl="0" marL="457200" algn="l">
              <a:lnSpc>
                <a:spcPct val="110000"/>
              </a:lnSpc>
              <a:spcBef>
                <a:spcPts val="400"/>
              </a:spcBef>
              <a:spcAft>
                <a:spcPts val="0"/>
              </a:spcAft>
              <a:buSzPts val="1840"/>
              <a:buChar char="◼"/>
              <a:defRPr sz="2000">
                <a:solidFill>
                  <a:schemeClr val="dk2"/>
                </a:solidFill>
              </a:defRPr>
            </a:lvl1pPr>
            <a:lvl2pPr indent="-333756" lvl="1" marL="914400" algn="l">
              <a:spcBef>
                <a:spcPts val="600"/>
              </a:spcBef>
              <a:spcAft>
                <a:spcPts val="0"/>
              </a:spcAft>
              <a:buSzPts val="1656"/>
              <a:buChar char="◼"/>
              <a:defRPr sz="1800">
                <a:solidFill>
                  <a:schemeClr val="dk2"/>
                </a:solidFill>
              </a:defRPr>
            </a:lvl2pPr>
            <a:lvl3pPr indent="-322072" lvl="2" marL="1371600" algn="l">
              <a:spcBef>
                <a:spcPts val="600"/>
              </a:spcBef>
              <a:spcAft>
                <a:spcPts val="0"/>
              </a:spcAft>
              <a:buSzPts val="1472"/>
              <a:buChar char="◼"/>
              <a:defRPr sz="1600">
                <a:solidFill>
                  <a:schemeClr val="dk2"/>
                </a:solidFill>
              </a:defRPr>
            </a:lvl3pPr>
            <a:lvl4pPr indent="-310388" lvl="3" marL="1828800" algn="l">
              <a:spcBef>
                <a:spcPts val="600"/>
              </a:spcBef>
              <a:spcAft>
                <a:spcPts val="0"/>
              </a:spcAft>
              <a:buSzPts val="1288"/>
              <a:buChar char="◼"/>
              <a:defRPr sz="1400">
                <a:solidFill>
                  <a:schemeClr val="dk2"/>
                </a:solidFill>
              </a:defRPr>
            </a:lvl4pPr>
            <a:lvl5pPr indent="-310388" lvl="4" marL="2286000" algn="l">
              <a:spcBef>
                <a:spcPts val="600"/>
              </a:spcBef>
              <a:spcAft>
                <a:spcPts val="0"/>
              </a:spcAft>
              <a:buSzPts val="1288"/>
              <a:buChar char="◼"/>
              <a:defRPr sz="1400">
                <a:solidFill>
                  <a:schemeClr val="dk2"/>
                </a:solidFill>
              </a:defRPr>
            </a:lvl5pPr>
            <a:lvl6pPr indent="-310388" lvl="5" marL="2743200" algn="l">
              <a:spcBef>
                <a:spcPts val="600"/>
              </a:spcBef>
              <a:spcAft>
                <a:spcPts val="0"/>
              </a:spcAft>
              <a:buSzPts val="1288"/>
              <a:buChar char="◼"/>
              <a:defRPr sz="1400">
                <a:solidFill>
                  <a:schemeClr val="dk2"/>
                </a:solidFill>
              </a:defRPr>
            </a:lvl6pPr>
            <a:lvl7pPr indent="-310388" lvl="6" marL="3200400" algn="l">
              <a:spcBef>
                <a:spcPts val="600"/>
              </a:spcBef>
              <a:spcAft>
                <a:spcPts val="0"/>
              </a:spcAft>
              <a:buSzPts val="1288"/>
              <a:buChar char="◼"/>
              <a:defRPr sz="1400">
                <a:solidFill>
                  <a:schemeClr val="dk2"/>
                </a:solidFill>
              </a:defRPr>
            </a:lvl7pPr>
            <a:lvl8pPr indent="-310388" lvl="7" marL="3657600" algn="l">
              <a:spcBef>
                <a:spcPts val="600"/>
              </a:spcBef>
              <a:spcAft>
                <a:spcPts val="0"/>
              </a:spcAft>
              <a:buSzPts val="1288"/>
              <a:buChar char="◼"/>
              <a:defRPr sz="1400">
                <a:solidFill>
                  <a:schemeClr val="dk2"/>
                </a:solidFill>
              </a:defRPr>
            </a:lvl8pPr>
            <a:lvl9pPr indent="-310388" lvl="8" marL="4114800" algn="l">
              <a:spcBef>
                <a:spcPts val="600"/>
              </a:spcBef>
              <a:spcAft>
                <a:spcPts val="600"/>
              </a:spcAft>
              <a:buSzPts val="1288"/>
              <a:buChar char="◼"/>
              <a:defRPr sz="1400">
                <a:solidFill>
                  <a:schemeClr val="dk2"/>
                </a:solidFill>
              </a:defRPr>
            </a:lvl9pPr>
          </a:lstStyle>
          <a:p/>
        </p:txBody>
      </p:sp>
      <p:sp>
        <p:nvSpPr>
          <p:cNvPr id="65" name="Google Shape;65;p9"/>
          <p:cNvSpPr txBox="1"/>
          <p:nvPr>
            <p:ph idx="2" type="body"/>
          </p:nvPr>
        </p:nvSpPr>
        <p:spPr>
          <a:xfrm>
            <a:off x="767857" y="2836654"/>
            <a:ext cx="3031852" cy="3001392"/>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320"/>
              </a:spcBef>
              <a:spcAft>
                <a:spcPts val="0"/>
              </a:spcAft>
              <a:buSzPts val="1472"/>
              <a:buNone/>
              <a:defRPr sz="1600">
                <a:solidFill>
                  <a:srgbClr val="FFFFFF"/>
                </a:solidFill>
              </a:defRPr>
            </a:lvl1pPr>
            <a:lvl2pPr indent="-228600" lvl="1" marL="914400" algn="l">
              <a:spcBef>
                <a:spcPts val="600"/>
              </a:spcBef>
              <a:spcAft>
                <a:spcPts val="0"/>
              </a:spcAft>
              <a:buSzPts val="1012"/>
              <a:buNone/>
              <a:defRPr sz="1100"/>
            </a:lvl2pPr>
            <a:lvl3pPr indent="-228600" lvl="2" marL="1371600" algn="l">
              <a:spcBef>
                <a:spcPts val="600"/>
              </a:spcBef>
              <a:spcAft>
                <a:spcPts val="0"/>
              </a:spcAft>
              <a:buSzPts val="920"/>
              <a:buNone/>
              <a:defRPr sz="1000"/>
            </a:lvl3pPr>
            <a:lvl4pPr indent="-228600" lvl="3" marL="1828800" algn="l">
              <a:spcBef>
                <a:spcPts val="600"/>
              </a:spcBef>
              <a:spcAft>
                <a:spcPts val="0"/>
              </a:spcAft>
              <a:buSzPts val="828"/>
              <a:buNone/>
              <a:defRPr sz="900"/>
            </a:lvl4pPr>
            <a:lvl5pPr indent="-228600" lvl="4" marL="2286000" algn="l">
              <a:spcBef>
                <a:spcPts val="600"/>
              </a:spcBef>
              <a:spcAft>
                <a:spcPts val="0"/>
              </a:spcAft>
              <a:buSzPts val="828"/>
              <a:buNone/>
              <a:defRPr sz="900"/>
            </a:lvl5pPr>
            <a:lvl6pPr indent="-228600" lvl="5" marL="2743200" algn="l">
              <a:spcBef>
                <a:spcPts val="600"/>
              </a:spcBef>
              <a:spcAft>
                <a:spcPts val="0"/>
              </a:spcAft>
              <a:buSzPts val="828"/>
              <a:buNone/>
              <a:defRPr sz="900"/>
            </a:lvl6pPr>
            <a:lvl7pPr indent="-228600" lvl="6" marL="3200400" algn="l">
              <a:spcBef>
                <a:spcPts val="600"/>
              </a:spcBef>
              <a:spcAft>
                <a:spcPts val="0"/>
              </a:spcAft>
              <a:buSzPts val="828"/>
              <a:buNone/>
              <a:defRPr sz="900"/>
            </a:lvl7pPr>
            <a:lvl8pPr indent="-228600" lvl="7" marL="3657600" algn="l">
              <a:spcBef>
                <a:spcPts val="600"/>
              </a:spcBef>
              <a:spcAft>
                <a:spcPts val="0"/>
              </a:spcAft>
              <a:buSzPts val="828"/>
              <a:buNone/>
              <a:defRPr sz="900"/>
            </a:lvl8pPr>
            <a:lvl9pPr indent="-228600" lvl="8" marL="4114800" algn="l">
              <a:spcBef>
                <a:spcPts val="600"/>
              </a:spcBef>
              <a:spcAft>
                <a:spcPts val="600"/>
              </a:spcAft>
              <a:buSzPts val="828"/>
              <a:buNone/>
              <a:defRPr sz="900"/>
            </a:lvl9pPr>
          </a:lstStyle>
          <a:p/>
        </p:txBody>
      </p:sp>
      <p:sp>
        <p:nvSpPr>
          <p:cNvPr id="66" name="Google Shape;66;p9"/>
          <p:cNvSpPr txBox="1"/>
          <p:nvPr>
            <p:ph idx="10" type="dt"/>
          </p:nvPr>
        </p:nvSpPr>
        <p:spPr>
          <a:xfrm>
            <a:off x="7605951" y="6456916"/>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9"/>
          <p:cNvSpPr txBox="1"/>
          <p:nvPr>
            <p:ph idx="11" type="ftr"/>
          </p:nvPr>
        </p:nvSpPr>
        <p:spPr>
          <a:xfrm>
            <a:off x="581192" y="6452590"/>
            <a:ext cx="691721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Libre Franklin"/>
                <a:ea typeface="Libre Franklin"/>
                <a:cs typeface="Libre Franklin"/>
                <a:sym typeface="Libre Franklin"/>
              </a:defRPr>
            </a:lvl1pPr>
            <a:lvl2pPr lvl="1"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2pPr>
            <a:lvl3pPr lvl="2"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3pPr>
            <a:lvl4pPr lvl="3"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4pPr>
            <a:lvl5pPr lvl="4"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5pPr>
            <a:lvl6pPr lvl="5"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6pPr>
            <a:lvl7pPr lvl="6"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7pPr>
            <a:lvl8pPr lvl="7"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8pPr>
            <a:lvl9pPr lvl="8"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9pPr>
          </a:lstStyle>
          <a:p/>
        </p:txBody>
      </p:sp>
      <p:sp>
        <p:nvSpPr>
          <p:cNvPr id="68" name="Google Shape;68;p9"/>
          <p:cNvSpPr txBox="1"/>
          <p:nvPr>
            <p:ph idx="12" type="sldNum"/>
          </p:nvPr>
        </p:nvSpPr>
        <p:spPr>
          <a:xfrm>
            <a:off x="10558300" y="6456916"/>
            <a:ext cx="10525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9" name="Shape 69"/>
        <p:cNvGrpSpPr/>
        <p:nvPr/>
      </p:nvGrpSpPr>
      <p:grpSpPr>
        <a:xfrm>
          <a:off x="0" y="0"/>
          <a:ext cx="0" cy="0"/>
          <a:chOff x="0" y="0"/>
          <a:chExt cx="0" cy="0"/>
        </a:xfrm>
      </p:grpSpPr>
      <p:sp>
        <p:nvSpPr>
          <p:cNvPr id="70" name="Google Shape;70;p10"/>
          <p:cNvSpPr txBox="1"/>
          <p:nvPr>
            <p:ph type="title"/>
          </p:nvPr>
        </p:nvSpPr>
        <p:spPr>
          <a:xfrm>
            <a:off x="581193" y="4693389"/>
            <a:ext cx="11029616"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rgbClr val="3F3F3F"/>
              </a:buClr>
              <a:buSzPts val="2400"/>
              <a:buFont typeface="Franklin Gothic"/>
              <a:buNone/>
              <a:defRPr b="0" sz="2400">
                <a:solidFill>
                  <a:srgbClr val="3F3F3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p:nvPr>
            <p:ph idx="2" type="pic"/>
          </p:nvPr>
        </p:nvSpPr>
        <p:spPr>
          <a:xfrm>
            <a:off x="447817" y="641350"/>
            <a:ext cx="11290859" cy="3651249"/>
          </a:xfrm>
          <a:prstGeom prst="rect">
            <a:avLst/>
          </a:prstGeom>
          <a:noFill/>
          <a:ln>
            <a:noFill/>
          </a:ln>
        </p:spPr>
      </p:sp>
      <p:sp>
        <p:nvSpPr>
          <p:cNvPr id="72" name="Google Shape;72;p10"/>
          <p:cNvSpPr txBox="1"/>
          <p:nvPr>
            <p:ph idx="1" type="body"/>
          </p:nvPr>
        </p:nvSpPr>
        <p:spPr>
          <a:xfrm>
            <a:off x="581192" y="5260127"/>
            <a:ext cx="11029617" cy="998148"/>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320"/>
              </a:spcBef>
              <a:spcAft>
                <a:spcPts val="0"/>
              </a:spcAft>
              <a:buSzPts val="1472"/>
              <a:buNone/>
              <a:defRPr sz="1600"/>
            </a:lvl1pPr>
            <a:lvl2pPr indent="-228600" lvl="1" marL="914400" algn="l">
              <a:spcBef>
                <a:spcPts val="600"/>
              </a:spcBef>
              <a:spcAft>
                <a:spcPts val="0"/>
              </a:spcAft>
              <a:buSzPts val="1104"/>
              <a:buNone/>
              <a:defRPr sz="1200"/>
            </a:lvl2pPr>
            <a:lvl3pPr indent="-228600" lvl="2" marL="1371600" algn="l">
              <a:spcBef>
                <a:spcPts val="600"/>
              </a:spcBef>
              <a:spcAft>
                <a:spcPts val="0"/>
              </a:spcAft>
              <a:buSzPts val="920"/>
              <a:buNone/>
              <a:defRPr sz="1000"/>
            </a:lvl3pPr>
            <a:lvl4pPr indent="-228600" lvl="3" marL="1828800" algn="l">
              <a:spcBef>
                <a:spcPts val="600"/>
              </a:spcBef>
              <a:spcAft>
                <a:spcPts val="0"/>
              </a:spcAft>
              <a:buSzPts val="828"/>
              <a:buNone/>
              <a:defRPr sz="900"/>
            </a:lvl4pPr>
            <a:lvl5pPr indent="-228600" lvl="4" marL="2286000" algn="l">
              <a:spcBef>
                <a:spcPts val="600"/>
              </a:spcBef>
              <a:spcAft>
                <a:spcPts val="0"/>
              </a:spcAft>
              <a:buSzPts val="828"/>
              <a:buNone/>
              <a:defRPr sz="900"/>
            </a:lvl5pPr>
            <a:lvl6pPr indent="-228600" lvl="5" marL="2743200" algn="l">
              <a:spcBef>
                <a:spcPts val="600"/>
              </a:spcBef>
              <a:spcAft>
                <a:spcPts val="0"/>
              </a:spcAft>
              <a:buSzPts val="828"/>
              <a:buNone/>
              <a:defRPr sz="900"/>
            </a:lvl6pPr>
            <a:lvl7pPr indent="-228600" lvl="6" marL="3200400" algn="l">
              <a:spcBef>
                <a:spcPts val="600"/>
              </a:spcBef>
              <a:spcAft>
                <a:spcPts val="0"/>
              </a:spcAft>
              <a:buSzPts val="828"/>
              <a:buNone/>
              <a:defRPr sz="900"/>
            </a:lvl7pPr>
            <a:lvl8pPr indent="-228600" lvl="7" marL="3657600" algn="l">
              <a:spcBef>
                <a:spcPts val="600"/>
              </a:spcBef>
              <a:spcAft>
                <a:spcPts val="0"/>
              </a:spcAft>
              <a:buSzPts val="828"/>
              <a:buNone/>
              <a:defRPr sz="900"/>
            </a:lvl8pPr>
            <a:lvl9pPr indent="-228600" lvl="8" marL="4114800" algn="l">
              <a:spcBef>
                <a:spcPts val="600"/>
              </a:spcBef>
              <a:spcAft>
                <a:spcPts val="600"/>
              </a:spcAft>
              <a:buSzPts val="828"/>
              <a:buNone/>
              <a:defRPr sz="900"/>
            </a:lvl9pPr>
          </a:lstStyle>
          <a:p/>
        </p:txBody>
      </p:sp>
      <p:sp>
        <p:nvSpPr>
          <p:cNvPr id="73" name="Google Shape;73;p10"/>
          <p:cNvSpPr txBox="1"/>
          <p:nvPr>
            <p:ph idx="10" type="dt"/>
          </p:nvPr>
        </p:nvSpPr>
        <p:spPr>
          <a:xfrm>
            <a:off x="7605951" y="6423914"/>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10"/>
          <p:cNvSpPr txBox="1"/>
          <p:nvPr>
            <p:ph idx="11" type="ftr"/>
          </p:nvPr>
        </p:nvSpPr>
        <p:spPr>
          <a:xfrm>
            <a:off x="581192" y="6423914"/>
            <a:ext cx="691721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Libre Franklin"/>
                <a:ea typeface="Libre Franklin"/>
                <a:cs typeface="Libre Franklin"/>
                <a:sym typeface="Libre Franklin"/>
              </a:defRPr>
            </a:lvl1pPr>
            <a:lvl2pPr lvl="1"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2pPr>
            <a:lvl3pPr lvl="2"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3pPr>
            <a:lvl4pPr lvl="3"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4pPr>
            <a:lvl5pPr lvl="4"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5pPr>
            <a:lvl6pPr lvl="5"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6pPr>
            <a:lvl7pPr lvl="6"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7pPr>
            <a:lvl8pPr lvl="7"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8pPr>
            <a:lvl9pPr lvl="8"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9pPr>
          </a:lstStyle>
          <a:p/>
        </p:txBody>
      </p:sp>
      <p:sp>
        <p:nvSpPr>
          <p:cNvPr id="75" name="Google Shape;75;p10"/>
          <p:cNvSpPr txBox="1"/>
          <p:nvPr>
            <p:ph idx="12" type="sldNum"/>
          </p:nvPr>
        </p:nvSpPr>
        <p:spPr>
          <a:xfrm>
            <a:off x="10558300" y="6423914"/>
            <a:ext cx="10525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6" name="Shape 76"/>
        <p:cNvGrpSpPr/>
        <p:nvPr/>
      </p:nvGrpSpPr>
      <p:grpSpPr>
        <a:xfrm>
          <a:off x="0" y="0"/>
          <a:ext cx="0" cy="0"/>
          <a:chOff x="0" y="0"/>
          <a:chExt cx="0" cy="0"/>
        </a:xfrm>
      </p:grpSpPr>
      <p:sp>
        <p:nvSpPr>
          <p:cNvPr id="77" name="Google Shape;77;p11"/>
          <p:cNvSpPr txBox="1"/>
          <p:nvPr>
            <p:ph type="title"/>
          </p:nvPr>
        </p:nvSpPr>
        <p:spPr>
          <a:xfrm>
            <a:off x="581192" y="702156"/>
            <a:ext cx="11029616" cy="10138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rgbClr val="3F3F3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1"/>
          <p:cNvSpPr txBox="1"/>
          <p:nvPr>
            <p:ph idx="1" type="body"/>
          </p:nvPr>
        </p:nvSpPr>
        <p:spPr>
          <a:xfrm rot="5400000">
            <a:off x="3809574" y="-1813184"/>
            <a:ext cx="4572852" cy="11029616"/>
          </a:xfrm>
          <a:prstGeom prst="rect">
            <a:avLst/>
          </a:prstGeom>
          <a:noFill/>
          <a:ln>
            <a:noFill/>
          </a:ln>
        </p:spPr>
        <p:txBody>
          <a:bodyPr anchorCtr="0" anchor="t" bIns="45700" lIns="91425" spcFirstLastPara="1" rIns="91425" wrap="square" tIns="45700">
            <a:normAutofit/>
          </a:bodyPr>
          <a:lstStyle>
            <a:lvl1pPr indent="-327914" lvl="0" marL="457200" algn="l">
              <a:lnSpc>
                <a:spcPct val="110000"/>
              </a:lnSpc>
              <a:spcBef>
                <a:spcPts val="340"/>
              </a:spcBef>
              <a:spcAft>
                <a:spcPts val="0"/>
              </a:spcAft>
              <a:buSzPts val="1564"/>
              <a:buChar char="◼"/>
              <a:defRPr/>
            </a:lvl1pPr>
            <a:lvl2pPr indent="-310387" lvl="1" marL="914400" algn="l">
              <a:spcBef>
                <a:spcPts val="600"/>
              </a:spcBef>
              <a:spcAft>
                <a:spcPts val="0"/>
              </a:spcAft>
              <a:buSzPts val="1288"/>
              <a:buChar char="◼"/>
              <a:defRPr/>
            </a:lvl2pPr>
            <a:lvl3pPr indent="-304546" lvl="2" marL="1371600" algn="l">
              <a:spcBef>
                <a:spcPts val="600"/>
              </a:spcBef>
              <a:spcAft>
                <a:spcPts val="0"/>
              </a:spcAft>
              <a:buSzPts val="1196"/>
              <a:buChar char="◼"/>
              <a:defRPr/>
            </a:lvl3pPr>
            <a:lvl4pPr indent="-292861" lvl="3" marL="1828800" algn="l">
              <a:spcBef>
                <a:spcPts val="600"/>
              </a:spcBef>
              <a:spcAft>
                <a:spcPts val="0"/>
              </a:spcAft>
              <a:buSzPts val="1012"/>
              <a:buChar char="◼"/>
              <a:defRPr/>
            </a:lvl4pPr>
            <a:lvl5pPr indent="-292861" lvl="4" marL="2286000" algn="l">
              <a:spcBef>
                <a:spcPts val="600"/>
              </a:spcBef>
              <a:spcAft>
                <a:spcPts val="0"/>
              </a:spcAft>
              <a:buSzPts val="1012"/>
              <a:buChar char="◼"/>
              <a:defRPr/>
            </a:lvl5pPr>
            <a:lvl6pPr indent="-333756" lvl="5" marL="2743200" algn="l">
              <a:spcBef>
                <a:spcPts val="600"/>
              </a:spcBef>
              <a:spcAft>
                <a:spcPts val="0"/>
              </a:spcAft>
              <a:buSzPts val="1656"/>
              <a:buChar char="◼"/>
              <a:defRPr/>
            </a:lvl6pPr>
            <a:lvl7pPr indent="-333756" lvl="6" marL="3200400" algn="l">
              <a:spcBef>
                <a:spcPts val="600"/>
              </a:spcBef>
              <a:spcAft>
                <a:spcPts val="0"/>
              </a:spcAft>
              <a:buSzPts val="1656"/>
              <a:buChar char="◼"/>
              <a:defRPr/>
            </a:lvl7pPr>
            <a:lvl8pPr indent="-333756" lvl="7" marL="3657600" algn="l">
              <a:spcBef>
                <a:spcPts val="600"/>
              </a:spcBef>
              <a:spcAft>
                <a:spcPts val="0"/>
              </a:spcAft>
              <a:buSzPts val="1656"/>
              <a:buChar char="◼"/>
              <a:defRPr/>
            </a:lvl8pPr>
            <a:lvl9pPr indent="-333756" lvl="8" marL="4114800" algn="l">
              <a:spcBef>
                <a:spcPts val="600"/>
              </a:spcBef>
              <a:spcAft>
                <a:spcPts val="600"/>
              </a:spcAft>
              <a:buSzPts val="1656"/>
              <a:buChar char="◼"/>
              <a:defRPr/>
            </a:lvl9pPr>
          </a:lstStyle>
          <a:p/>
        </p:txBody>
      </p:sp>
      <p:sp>
        <p:nvSpPr>
          <p:cNvPr id="79" name="Google Shape;79;p11"/>
          <p:cNvSpPr txBox="1"/>
          <p:nvPr>
            <p:ph idx="10" type="dt"/>
          </p:nvPr>
        </p:nvSpPr>
        <p:spPr>
          <a:xfrm>
            <a:off x="7605951" y="6423914"/>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11"/>
          <p:cNvSpPr txBox="1"/>
          <p:nvPr>
            <p:ph idx="11" type="ftr"/>
          </p:nvPr>
        </p:nvSpPr>
        <p:spPr>
          <a:xfrm>
            <a:off x="581192" y="6423914"/>
            <a:ext cx="691721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Libre Franklin"/>
                <a:ea typeface="Libre Franklin"/>
                <a:cs typeface="Libre Franklin"/>
                <a:sym typeface="Libre Franklin"/>
              </a:defRPr>
            </a:lvl1pPr>
            <a:lvl2pPr lvl="1"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2pPr>
            <a:lvl3pPr lvl="2"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3pPr>
            <a:lvl4pPr lvl="3"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4pPr>
            <a:lvl5pPr lvl="4"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5pPr>
            <a:lvl6pPr lvl="5"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6pPr>
            <a:lvl7pPr lvl="6"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7pPr>
            <a:lvl8pPr lvl="7"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8pPr>
            <a:lvl9pPr lvl="8"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9pPr>
          </a:lstStyle>
          <a:p/>
        </p:txBody>
      </p:sp>
      <p:sp>
        <p:nvSpPr>
          <p:cNvPr id="81" name="Google Shape;81;p11"/>
          <p:cNvSpPr txBox="1"/>
          <p:nvPr>
            <p:ph idx="12" type="sldNum"/>
          </p:nvPr>
        </p:nvSpPr>
        <p:spPr>
          <a:xfrm>
            <a:off x="10558300" y="6423914"/>
            <a:ext cx="10525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82" name="Shape 82"/>
        <p:cNvGrpSpPr/>
        <p:nvPr/>
      </p:nvGrpSpPr>
      <p:grpSpPr>
        <a:xfrm>
          <a:off x="0" y="0"/>
          <a:ext cx="0" cy="0"/>
          <a:chOff x="0" y="0"/>
          <a:chExt cx="0" cy="0"/>
        </a:xfrm>
      </p:grpSpPr>
      <p:sp>
        <p:nvSpPr>
          <p:cNvPr id="83" name="Google Shape;83;p12"/>
          <p:cNvSpPr/>
          <p:nvPr/>
        </p:nvSpPr>
        <p:spPr>
          <a:xfrm>
            <a:off x="8058151" y="599725"/>
            <a:ext cx="3687316" cy="5816950"/>
          </a:xfrm>
          <a:prstGeom prst="rect">
            <a:avLst/>
          </a:prstGeom>
          <a:solidFill>
            <a:srgbClr val="4653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12"/>
          <p:cNvSpPr txBox="1"/>
          <p:nvPr>
            <p:ph type="title"/>
          </p:nvPr>
        </p:nvSpPr>
        <p:spPr>
          <a:xfrm rot="5400000">
            <a:off x="7362637" y="1705163"/>
            <a:ext cx="4807326" cy="31242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rgbClr val="FFFFFF"/>
              </a:buClr>
              <a:buSzPts val="2800"/>
              <a:buFont typeface="Franklin Gothic"/>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12"/>
          <p:cNvSpPr txBox="1"/>
          <p:nvPr>
            <p:ph idx="1" type="body"/>
          </p:nvPr>
        </p:nvSpPr>
        <p:spPr>
          <a:xfrm rot="5400000">
            <a:off x="1952072" y="-313549"/>
            <a:ext cx="4807326" cy="7161625"/>
          </a:xfrm>
          <a:prstGeom prst="rect">
            <a:avLst/>
          </a:prstGeom>
          <a:noFill/>
          <a:ln>
            <a:noFill/>
          </a:ln>
        </p:spPr>
        <p:txBody>
          <a:bodyPr anchorCtr="0" anchor="t" bIns="45700" lIns="91425" spcFirstLastPara="1" rIns="91425" wrap="square" tIns="45700">
            <a:normAutofit/>
          </a:bodyPr>
          <a:lstStyle>
            <a:lvl1pPr indent="-333756" lvl="0" marL="457200" algn="l">
              <a:lnSpc>
                <a:spcPct val="110000"/>
              </a:lnSpc>
              <a:spcBef>
                <a:spcPts val="360"/>
              </a:spcBef>
              <a:spcAft>
                <a:spcPts val="0"/>
              </a:spcAft>
              <a:buSzPts val="1656"/>
              <a:buChar char="◼"/>
              <a:defRPr/>
            </a:lvl1pPr>
            <a:lvl2pPr indent="-333756" lvl="1" marL="914400" algn="l">
              <a:spcBef>
                <a:spcPts val="600"/>
              </a:spcBef>
              <a:spcAft>
                <a:spcPts val="0"/>
              </a:spcAft>
              <a:buSzPts val="1656"/>
              <a:buChar char="◼"/>
              <a:defRPr/>
            </a:lvl2pPr>
            <a:lvl3pPr indent="-333756" lvl="2" marL="1371600" algn="l">
              <a:spcBef>
                <a:spcPts val="600"/>
              </a:spcBef>
              <a:spcAft>
                <a:spcPts val="0"/>
              </a:spcAft>
              <a:buSzPts val="1656"/>
              <a:buChar char="◼"/>
              <a:defRPr/>
            </a:lvl3pPr>
            <a:lvl4pPr indent="-333756" lvl="3" marL="1828800" algn="l">
              <a:spcBef>
                <a:spcPts val="600"/>
              </a:spcBef>
              <a:spcAft>
                <a:spcPts val="0"/>
              </a:spcAft>
              <a:buSzPts val="1656"/>
              <a:buChar char="◼"/>
              <a:defRPr/>
            </a:lvl4pPr>
            <a:lvl5pPr indent="-333756" lvl="4" marL="2286000" algn="l">
              <a:spcBef>
                <a:spcPts val="600"/>
              </a:spcBef>
              <a:spcAft>
                <a:spcPts val="0"/>
              </a:spcAft>
              <a:buSzPts val="1656"/>
              <a:buChar char="◼"/>
              <a:defRPr/>
            </a:lvl5pPr>
            <a:lvl6pPr indent="-333756" lvl="5" marL="2743200" algn="l">
              <a:spcBef>
                <a:spcPts val="600"/>
              </a:spcBef>
              <a:spcAft>
                <a:spcPts val="0"/>
              </a:spcAft>
              <a:buSzPts val="1656"/>
              <a:buChar char="◼"/>
              <a:defRPr/>
            </a:lvl6pPr>
            <a:lvl7pPr indent="-333756" lvl="6" marL="3200400" algn="l">
              <a:spcBef>
                <a:spcPts val="600"/>
              </a:spcBef>
              <a:spcAft>
                <a:spcPts val="0"/>
              </a:spcAft>
              <a:buSzPts val="1656"/>
              <a:buChar char="◼"/>
              <a:defRPr/>
            </a:lvl7pPr>
            <a:lvl8pPr indent="-333756" lvl="7" marL="3657600" algn="l">
              <a:spcBef>
                <a:spcPts val="600"/>
              </a:spcBef>
              <a:spcAft>
                <a:spcPts val="0"/>
              </a:spcAft>
              <a:buSzPts val="1656"/>
              <a:buChar char="◼"/>
              <a:defRPr/>
            </a:lvl8pPr>
            <a:lvl9pPr indent="-333756" lvl="8" marL="4114800" algn="l">
              <a:spcBef>
                <a:spcPts val="600"/>
              </a:spcBef>
              <a:spcAft>
                <a:spcPts val="600"/>
              </a:spcAft>
              <a:buSzPts val="1656"/>
              <a:buChar char="◼"/>
              <a:defRPr/>
            </a:lvl9pPr>
          </a:lstStyle>
          <a:p/>
        </p:txBody>
      </p:sp>
      <p:sp>
        <p:nvSpPr>
          <p:cNvPr id="86" name="Google Shape;86;p12"/>
          <p:cNvSpPr/>
          <p:nvPr/>
        </p:nvSpPr>
        <p:spPr>
          <a:xfrm>
            <a:off x="446534" y="457200"/>
            <a:ext cx="3703320" cy="94997"/>
          </a:xfrm>
          <a:prstGeom prst="rect">
            <a:avLst/>
          </a:prstGeom>
          <a:solidFill>
            <a:srgbClr val="969FA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12"/>
          <p:cNvSpPr/>
          <p:nvPr/>
        </p:nvSpPr>
        <p:spPr>
          <a:xfrm>
            <a:off x="8042147" y="453643"/>
            <a:ext cx="3703320" cy="98554"/>
          </a:xfrm>
          <a:prstGeom prst="rect">
            <a:avLst/>
          </a:prstGeom>
          <a:solidFill>
            <a:srgbClr val="4653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12"/>
          <p:cNvSpPr/>
          <p:nvPr/>
        </p:nvSpPr>
        <p:spPr>
          <a:xfrm>
            <a:off x="4241830" y="457200"/>
            <a:ext cx="3703320" cy="9144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2"/>
          <p:cNvSpPr txBox="1"/>
          <p:nvPr>
            <p:ph idx="10" type="dt"/>
          </p:nvPr>
        </p:nvSpPr>
        <p:spPr>
          <a:xfrm>
            <a:off x="7605951" y="6423914"/>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12"/>
          <p:cNvSpPr txBox="1"/>
          <p:nvPr>
            <p:ph idx="11" type="ftr"/>
          </p:nvPr>
        </p:nvSpPr>
        <p:spPr>
          <a:xfrm>
            <a:off x="581192" y="6423914"/>
            <a:ext cx="691721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Libre Franklin"/>
                <a:ea typeface="Libre Franklin"/>
                <a:cs typeface="Libre Franklin"/>
                <a:sym typeface="Libre Franklin"/>
              </a:defRPr>
            </a:lvl1pPr>
            <a:lvl2pPr lvl="1"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2pPr>
            <a:lvl3pPr lvl="2"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3pPr>
            <a:lvl4pPr lvl="3"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4pPr>
            <a:lvl5pPr lvl="4"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5pPr>
            <a:lvl6pPr lvl="5"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6pPr>
            <a:lvl7pPr lvl="6"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7pPr>
            <a:lvl8pPr lvl="7"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8pPr>
            <a:lvl9pPr lvl="8"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9pPr>
          </a:lstStyle>
          <a:p/>
        </p:txBody>
      </p:sp>
      <p:sp>
        <p:nvSpPr>
          <p:cNvPr id="91" name="Google Shape;91;p12"/>
          <p:cNvSpPr txBox="1"/>
          <p:nvPr>
            <p:ph idx="12" type="sldNum"/>
          </p:nvPr>
        </p:nvSpPr>
        <p:spPr>
          <a:xfrm>
            <a:off x="10558300" y="6423914"/>
            <a:ext cx="10525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581192" y="705124"/>
            <a:ext cx="11029616" cy="557146"/>
          </a:xfrm>
          <a:prstGeom prst="rect">
            <a:avLst/>
          </a:prstGeom>
          <a:noFill/>
          <a:ln>
            <a:noFill/>
          </a:ln>
        </p:spPr>
        <p:txBody>
          <a:bodyPr anchorCtr="0" anchor="b" bIns="45700" lIns="91425" spcFirstLastPara="1" rIns="91425" wrap="square" tIns="45700">
            <a:normAutofit/>
          </a:bodyPr>
          <a:lstStyle>
            <a:lvl1pPr lvl="0" marR="0" rtl="0" algn="l">
              <a:lnSpc>
                <a:spcPct val="100000"/>
              </a:lnSpc>
              <a:spcBef>
                <a:spcPts val="0"/>
              </a:spcBef>
              <a:spcAft>
                <a:spcPts val="0"/>
              </a:spcAft>
              <a:buClr>
                <a:srgbClr val="3F3F3F"/>
              </a:buClr>
              <a:buSzPts val="2800"/>
              <a:buFont typeface="Franklin Gothic"/>
              <a:buNone/>
              <a:defRPr b="0" i="0" sz="2800" u="none" cap="none" strike="noStrike">
                <a:solidFill>
                  <a:srgbClr val="3F3F3F"/>
                </a:solidFill>
                <a:latin typeface="Franklin Gothic"/>
                <a:ea typeface="Franklin Gothic"/>
                <a:cs typeface="Franklin Gothic"/>
                <a:sym typeface="Franklin Gothic"/>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11" name="Google Shape;11;p1"/>
          <p:cNvSpPr txBox="1"/>
          <p:nvPr>
            <p:ph idx="1" type="body"/>
          </p:nvPr>
        </p:nvSpPr>
        <p:spPr>
          <a:xfrm>
            <a:off x="581192" y="1415198"/>
            <a:ext cx="11029616" cy="4572852"/>
          </a:xfrm>
          <a:prstGeom prst="rect">
            <a:avLst/>
          </a:prstGeom>
          <a:noFill/>
          <a:ln>
            <a:noFill/>
          </a:ln>
        </p:spPr>
        <p:txBody>
          <a:bodyPr anchorCtr="0" anchor="ctr" bIns="45700" lIns="91425" spcFirstLastPara="1" rIns="91425" wrap="square" tIns="45700">
            <a:normAutofit/>
          </a:bodyPr>
          <a:lstStyle>
            <a:lvl1pPr indent="-327914" lvl="0" marL="457200" marR="0" rtl="0" algn="l">
              <a:lnSpc>
                <a:spcPct val="110000"/>
              </a:lnSpc>
              <a:spcBef>
                <a:spcPts val="340"/>
              </a:spcBef>
              <a:spcAft>
                <a:spcPts val="0"/>
              </a:spcAft>
              <a:buClr>
                <a:schemeClr val="accent1"/>
              </a:buClr>
              <a:buSzPts val="1564"/>
              <a:buFont typeface="Noto Sans Symbols"/>
              <a:buChar char="◼"/>
              <a:defRPr b="0" i="0" sz="1700" u="none" cap="none" strike="noStrike">
                <a:solidFill>
                  <a:srgbClr val="3F3F3F"/>
                </a:solidFill>
                <a:latin typeface="Libre Franklin"/>
                <a:ea typeface="Libre Franklin"/>
                <a:cs typeface="Libre Franklin"/>
                <a:sym typeface="Libre Franklin"/>
              </a:defRPr>
            </a:lvl1pPr>
            <a:lvl2pPr indent="-310387" lvl="1" marL="914400" marR="0" rtl="0" algn="l">
              <a:spcBef>
                <a:spcPts val="600"/>
              </a:spcBef>
              <a:spcAft>
                <a:spcPts val="0"/>
              </a:spcAft>
              <a:buClr>
                <a:schemeClr val="accent1"/>
              </a:buClr>
              <a:buSzPts val="1288"/>
              <a:buFont typeface="Noto Sans Symbols"/>
              <a:buChar char="◼"/>
              <a:defRPr b="0" i="0" sz="1400" u="none" cap="none" strike="noStrike">
                <a:solidFill>
                  <a:srgbClr val="3F3F3F"/>
                </a:solidFill>
                <a:latin typeface="Libre Franklin"/>
                <a:ea typeface="Libre Franklin"/>
                <a:cs typeface="Libre Franklin"/>
                <a:sym typeface="Libre Franklin"/>
              </a:defRPr>
            </a:lvl2pPr>
            <a:lvl3pPr indent="-304546" lvl="2" marL="1371600" marR="0" rtl="0" algn="l">
              <a:spcBef>
                <a:spcPts val="600"/>
              </a:spcBef>
              <a:spcAft>
                <a:spcPts val="0"/>
              </a:spcAft>
              <a:buClr>
                <a:schemeClr val="accent1"/>
              </a:buClr>
              <a:buSzPts val="1196"/>
              <a:buFont typeface="Noto Sans Symbols"/>
              <a:buChar char="◼"/>
              <a:defRPr b="0" i="0" sz="1300" u="none" cap="none" strike="noStrike">
                <a:solidFill>
                  <a:srgbClr val="3F3F3F"/>
                </a:solidFill>
                <a:latin typeface="Libre Franklin"/>
                <a:ea typeface="Libre Franklin"/>
                <a:cs typeface="Libre Franklin"/>
                <a:sym typeface="Libre Franklin"/>
              </a:defRPr>
            </a:lvl3pPr>
            <a:lvl4pPr indent="-292861" lvl="3" marL="1828800" marR="0" rtl="0" algn="l">
              <a:spcBef>
                <a:spcPts val="600"/>
              </a:spcBef>
              <a:spcAft>
                <a:spcPts val="0"/>
              </a:spcAft>
              <a:buClr>
                <a:schemeClr val="accent1"/>
              </a:buClr>
              <a:buSzPts val="1012"/>
              <a:buFont typeface="Noto Sans Symbols"/>
              <a:buChar char="◼"/>
              <a:defRPr b="0" i="0" sz="1100" u="none" cap="none" strike="noStrike">
                <a:solidFill>
                  <a:srgbClr val="3F3F3F"/>
                </a:solidFill>
                <a:latin typeface="Libre Franklin"/>
                <a:ea typeface="Libre Franklin"/>
                <a:cs typeface="Libre Franklin"/>
                <a:sym typeface="Libre Franklin"/>
              </a:defRPr>
            </a:lvl4pPr>
            <a:lvl5pPr indent="-292861" lvl="4" marL="2286000" marR="0" rtl="0" algn="l">
              <a:spcBef>
                <a:spcPts val="600"/>
              </a:spcBef>
              <a:spcAft>
                <a:spcPts val="0"/>
              </a:spcAft>
              <a:buClr>
                <a:schemeClr val="accent1"/>
              </a:buClr>
              <a:buSzPts val="1012"/>
              <a:buFont typeface="Noto Sans Symbols"/>
              <a:buChar char="◼"/>
              <a:defRPr b="0" i="0" sz="1100" u="none" cap="none" strike="noStrike">
                <a:solidFill>
                  <a:srgbClr val="3F3F3F"/>
                </a:solidFill>
                <a:latin typeface="Libre Franklin"/>
                <a:ea typeface="Libre Franklin"/>
                <a:cs typeface="Libre Franklin"/>
                <a:sym typeface="Libre Franklin"/>
              </a:defRPr>
            </a:lvl5pPr>
            <a:lvl6pPr indent="-298704" lvl="5" marL="2743200" marR="0" rtl="0" algn="l">
              <a:spcBef>
                <a:spcPts val="600"/>
              </a:spcBef>
              <a:spcAft>
                <a:spcPts val="0"/>
              </a:spcAft>
              <a:buClr>
                <a:schemeClr val="accent2"/>
              </a:buClr>
              <a:buSzPts val="1104"/>
              <a:buFont typeface="Noto Sans Symbols"/>
              <a:buChar char="◼"/>
              <a:defRPr b="0" i="0" sz="1200" u="none" cap="none" strike="noStrike">
                <a:solidFill>
                  <a:schemeClr val="dk2"/>
                </a:solidFill>
                <a:latin typeface="Libre Franklin"/>
                <a:ea typeface="Libre Franklin"/>
                <a:cs typeface="Libre Franklin"/>
                <a:sym typeface="Libre Franklin"/>
              </a:defRPr>
            </a:lvl6pPr>
            <a:lvl7pPr indent="-298704" lvl="6" marL="3200400" marR="0" rtl="0" algn="l">
              <a:spcBef>
                <a:spcPts val="600"/>
              </a:spcBef>
              <a:spcAft>
                <a:spcPts val="0"/>
              </a:spcAft>
              <a:buClr>
                <a:schemeClr val="accent2"/>
              </a:buClr>
              <a:buSzPts val="1104"/>
              <a:buFont typeface="Noto Sans Symbols"/>
              <a:buChar char="◼"/>
              <a:defRPr b="0" i="0" sz="1200" u="none" cap="none" strike="noStrike">
                <a:solidFill>
                  <a:schemeClr val="dk2"/>
                </a:solidFill>
                <a:latin typeface="Libre Franklin"/>
                <a:ea typeface="Libre Franklin"/>
                <a:cs typeface="Libre Franklin"/>
                <a:sym typeface="Libre Franklin"/>
              </a:defRPr>
            </a:lvl7pPr>
            <a:lvl8pPr indent="-298703" lvl="7" marL="3657600" marR="0" rtl="0" algn="l">
              <a:spcBef>
                <a:spcPts val="600"/>
              </a:spcBef>
              <a:spcAft>
                <a:spcPts val="0"/>
              </a:spcAft>
              <a:buClr>
                <a:schemeClr val="accent2"/>
              </a:buClr>
              <a:buSzPts val="1104"/>
              <a:buFont typeface="Noto Sans Symbols"/>
              <a:buChar char="◼"/>
              <a:defRPr b="0" i="0" sz="1200" u="none" cap="none" strike="noStrike">
                <a:solidFill>
                  <a:schemeClr val="dk2"/>
                </a:solidFill>
                <a:latin typeface="Libre Franklin"/>
                <a:ea typeface="Libre Franklin"/>
                <a:cs typeface="Libre Franklin"/>
                <a:sym typeface="Libre Franklin"/>
              </a:defRPr>
            </a:lvl8pPr>
            <a:lvl9pPr indent="-298703" lvl="8" marL="4114800" marR="0" rtl="0" algn="l">
              <a:spcBef>
                <a:spcPts val="600"/>
              </a:spcBef>
              <a:spcAft>
                <a:spcPts val="600"/>
              </a:spcAft>
              <a:buClr>
                <a:schemeClr val="accent2"/>
              </a:buClr>
              <a:buSzPts val="1104"/>
              <a:buFont typeface="Noto Sans Symbols"/>
              <a:buChar char="◼"/>
              <a:defRPr b="0" i="0" sz="1200" u="none" cap="none" strike="noStrike">
                <a:solidFill>
                  <a:schemeClr val="dk2"/>
                </a:solidFill>
                <a:latin typeface="Libre Franklin"/>
                <a:ea typeface="Libre Franklin"/>
                <a:cs typeface="Libre Franklin"/>
                <a:sym typeface="Libre Franklin"/>
              </a:defRPr>
            </a:lvl9pPr>
          </a:lstStyle>
          <a:p/>
        </p:txBody>
      </p:sp>
      <p:sp>
        <p:nvSpPr>
          <p:cNvPr id="12" name="Google Shape;12;p1"/>
          <p:cNvSpPr txBox="1"/>
          <p:nvPr>
            <p:ph idx="10" type="dt"/>
          </p:nvPr>
        </p:nvSpPr>
        <p:spPr>
          <a:xfrm>
            <a:off x="7605951" y="6423914"/>
            <a:ext cx="2844799"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900" u="none" cap="none" strike="noStrike">
                <a:solidFill>
                  <a:srgbClr val="3F3F3F"/>
                </a:solidFill>
                <a:latin typeface="Libre Franklin"/>
                <a:ea typeface="Libre Franklin"/>
                <a:cs typeface="Libre Franklin"/>
                <a:sym typeface="Libre Franklin"/>
              </a:defRPr>
            </a:lvl1pPr>
            <a:lvl2pPr lvl="1"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2pPr>
            <a:lvl3pPr lvl="2"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3pPr>
            <a:lvl4pPr lvl="3"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4pPr>
            <a:lvl5pPr lvl="4"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5pPr>
            <a:lvl6pPr lvl="5"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6pPr>
            <a:lvl7pPr lvl="6"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7pPr>
            <a:lvl8pPr lvl="7"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8pPr>
            <a:lvl9pPr lvl="8"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9pPr>
          </a:lstStyle>
          <a:p/>
        </p:txBody>
      </p:sp>
      <p:sp>
        <p:nvSpPr>
          <p:cNvPr id="13" name="Google Shape;13;p1"/>
          <p:cNvSpPr txBox="1"/>
          <p:nvPr>
            <p:ph idx="12" type="sldNum"/>
          </p:nvPr>
        </p:nvSpPr>
        <p:spPr>
          <a:xfrm>
            <a:off x="10558300" y="6423914"/>
            <a:ext cx="105251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900" u="none" cap="none" strike="noStrike">
                <a:solidFill>
                  <a:srgbClr val="3F3F3F"/>
                </a:solidFill>
                <a:latin typeface="Libre Franklin"/>
                <a:ea typeface="Libre Franklin"/>
                <a:cs typeface="Libre Franklin"/>
                <a:sym typeface="Libre Franklin"/>
              </a:defRPr>
            </a:lvl1pPr>
            <a:lvl2pPr indent="0" lvl="1" marL="0" marR="0" rtl="0" algn="r">
              <a:spcBef>
                <a:spcPts val="0"/>
              </a:spcBef>
              <a:buNone/>
              <a:defRPr b="0" i="0" sz="900" u="none" cap="none" strike="noStrike">
                <a:solidFill>
                  <a:srgbClr val="3F3F3F"/>
                </a:solidFill>
                <a:latin typeface="Libre Franklin"/>
                <a:ea typeface="Libre Franklin"/>
                <a:cs typeface="Libre Franklin"/>
                <a:sym typeface="Libre Franklin"/>
              </a:defRPr>
            </a:lvl2pPr>
            <a:lvl3pPr indent="0" lvl="2" marL="0" marR="0" rtl="0" algn="r">
              <a:spcBef>
                <a:spcPts val="0"/>
              </a:spcBef>
              <a:buNone/>
              <a:defRPr b="0" i="0" sz="900" u="none" cap="none" strike="noStrike">
                <a:solidFill>
                  <a:srgbClr val="3F3F3F"/>
                </a:solidFill>
                <a:latin typeface="Libre Franklin"/>
                <a:ea typeface="Libre Franklin"/>
                <a:cs typeface="Libre Franklin"/>
                <a:sym typeface="Libre Franklin"/>
              </a:defRPr>
            </a:lvl3pPr>
            <a:lvl4pPr indent="0" lvl="3" marL="0" marR="0" rtl="0" algn="r">
              <a:spcBef>
                <a:spcPts val="0"/>
              </a:spcBef>
              <a:buNone/>
              <a:defRPr b="0" i="0" sz="900" u="none" cap="none" strike="noStrike">
                <a:solidFill>
                  <a:srgbClr val="3F3F3F"/>
                </a:solidFill>
                <a:latin typeface="Libre Franklin"/>
                <a:ea typeface="Libre Franklin"/>
                <a:cs typeface="Libre Franklin"/>
                <a:sym typeface="Libre Franklin"/>
              </a:defRPr>
            </a:lvl4pPr>
            <a:lvl5pPr indent="0" lvl="4" marL="0" marR="0" rtl="0" algn="r">
              <a:spcBef>
                <a:spcPts val="0"/>
              </a:spcBef>
              <a:buNone/>
              <a:defRPr b="0" i="0" sz="900" u="none" cap="none" strike="noStrike">
                <a:solidFill>
                  <a:srgbClr val="3F3F3F"/>
                </a:solidFill>
                <a:latin typeface="Libre Franklin"/>
                <a:ea typeface="Libre Franklin"/>
                <a:cs typeface="Libre Franklin"/>
                <a:sym typeface="Libre Franklin"/>
              </a:defRPr>
            </a:lvl5pPr>
            <a:lvl6pPr indent="0" lvl="5" marL="0" marR="0" rtl="0" algn="r">
              <a:spcBef>
                <a:spcPts val="0"/>
              </a:spcBef>
              <a:buNone/>
              <a:defRPr b="0" i="0" sz="900" u="none" cap="none" strike="noStrike">
                <a:solidFill>
                  <a:srgbClr val="3F3F3F"/>
                </a:solidFill>
                <a:latin typeface="Libre Franklin"/>
                <a:ea typeface="Libre Franklin"/>
                <a:cs typeface="Libre Franklin"/>
                <a:sym typeface="Libre Franklin"/>
              </a:defRPr>
            </a:lvl6pPr>
            <a:lvl7pPr indent="0" lvl="6" marL="0" marR="0" rtl="0" algn="r">
              <a:spcBef>
                <a:spcPts val="0"/>
              </a:spcBef>
              <a:buNone/>
              <a:defRPr b="0" i="0" sz="900" u="none" cap="none" strike="noStrike">
                <a:solidFill>
                  <a:srgbClr val="3F3F3F"/>
                </a:solidFill>
                <a:latin typeface="Libre Franklin"/>
                <a:ea typeface="Libre Franklin"/>
                <a:cs typeface="Libre Franklin"/>
                <a:sym typeface="Libre Franklin"/>
              </a:defRPr>
            </a:lvl7pPr>
            <a:lvl8pPr indent="0" lvl="7" marL="0" marR="0" rtl="0" algn="r">
              <a:spcBef>
                <a:spcPts val="0"/>
              </a:spcBef>
              <a:buNone/>
              <a:defRPr b="0" i="0" sz="900" u="none" cap="none" strike="noStrike">
                <a:solidFill>
                  <a:srgbClr val="3F3F3F"/>
                </a:solidFill>
                <a:latin typeface="Libre Franklin"/>
                <a:ea typeface="Libre Franklin"/>
                <a:cs typeface="Libre Franklin"/>
                <a:sym typeface="Libre Franklin"/>
              </a:defRPr>
            </a:lvl8pPr>
            <a:lvl9pPr indent="0" lvl="8" marL="0" marR="0" rtl="0" algn="r">
              <a:spcBef>
                <a:spcPts val="0"/>
              </a:spcBef>
              <a:buNone/>
              <a:defRPr b="0" i="0" sz="900" u="none" cap="none" strike="noStrike">
                <a:solidFill>
                  <a:srgbClr val="3F3F3F"/>
                </a:solidFill>
                <a:latin typeface="Libre Franklin"/>
                <a:ea typeface="Libre Franklin"/>
                <a:cs typeface="Libre Franklin"/>
                <a:sym typeface="Libre Franklin"/>
              </a:defRPr>
            </a:lvl9pPr>
          </a:lstStyle>
          <a:p>
            <a:pPr indent="0" lvl="0" marL="0" rtl="0" algn="r">
              <a:spcBef>
                <a:spcPts val="0"/>
              </a:spcBef>
              <a:spcAft>
                <a:spcPts val="0"/>
              </a:spcAft>
              <a:buNone/>
            </a:pPr>
            <a:fld id="{00000000-1234-1234-1234-123412341234}" type="slidenum">
              <a:rPr lang="en-US"/>
              <a:t>‹#›</a:t>
            </a:fld>
            <a:endParaRPr/>
          </a:p>
        </p:txBody>
      </p:sp>
      <p:sp>
        <p:nvSpPr>
          <p:cNvPr id="14" name="Google Shape;14;p1"/>
          <p:cNvSpPr/>
          <p:nvPr/>
        </p:nvSpPr>
        <p:spPr>
          <a:xfrm>
            <a:off x="446534" y="457200"/>
            <a:ext cx="3703320" cy="94997"/>
          </a:xfrm>
          <a:prstGeom prst="rect">
            <a:avLst/>
          </a:prstGeom>
          <a:solidFill>
            <a:srgbClr val="4653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1"/>
          <p:cNvSpPr/>
          <p:nvPr/>
        </p:nvSpPr>
        <p:spPr>
          <a:xfrm>
            <a:off x="8042147" y="453643"/>
            <a:ext cx="3703320" cy="98554"/>
          </a:xfrm>
          <a:prstGeom prst="rect">
            <a:avLst/>
          </a:prstGeom>
          <a:solidFill>
            <a:srgbClr val="969FA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1"/>
          <p:cNvSpPr/>
          <p:nvPr/>
        </p:nvSpPr>
        <p:spPr>
          <a:xfrm>
            <a:off x="4241830" y="457200"/>
            <a:ext cx="3703320" cy="9144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ogo&#10;&#10;Description automatically generated" id="17" name="Google Shape;17;p1"/>
          <p:cNvPicPr preferRelativeResize="0"/>
          <p:nvPr/>
        </p:nvPicPr>
        <p:blipFill rotWithShape="1">
          <a:blip r:embed="rId1">
            <a:alphaModFix/>
          </a:blip>
          <a:srcRect b="0" l="0" r="0" t="0"/>
          <a:stretch/>
        </p:blipFill>
        <p:spPr>
          <a:xfrm>
            <a:off x="10485003" y="6437910"/>
            <a:ext cx="1125805" cy="365126"/>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hyperlink" Target="https://github.com/bindhu0404/IBM---EmployeeSalaryPrediction" TargetMode="External"/><Relationship Id="rId4" Type="http://schemas.openxmlformats.org/officeDocument/2006/relationships/hyperlink" Target="https://ibm---employeesalaryprediction-vgvey7sp2kwrxxutgjrowy.streamlit.app/" TargetMode="External"/><Relationship Id="rId5" Type="http://schemas.openxmlformats.org/officeDocument/2006/relationships/image" Target="../media/image4.png"/><Relationship Id="rId6" Type="http://schemas.openxmlformats.org/officeDocument/2006/relationships/image" Target="../media/image7.png"/><Relationship Id="rId7" Type="http://schemas.openxmlformats.org/officeDocument/2006/relationships/image" Target="../media/image5.png"/><Relationship Id="rId8"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hyperlink" Target="https://www.researchgate.net/publication/371756378_Salary_Prediction_Model_for_Non-Academic_Staff_Using_Polynomial_Regression_Technique" TargetMode="External"/><Relationship Id="rId4" Type="http://schemas.openxmlformats.org/officeDocument/2006/relationships/hyperlink" Target="https://www.researchgate.net/publication/371756378_Salary_Prediction_Model_for_Non-Academic_Staff_Using_Polynomial_Regression_Technique" TargetMode="External"/><Relationship Id="rId5" Type="http://schemas.openxmlformats.org/officeDocument/2006/relationships/hyperlink" Target="about:blank" TargetMode="External"/><Relationship Id="rId6" Type="http://schemas.openxmlformats.org/officeDocument/2006/relationships/hyperlink" Target="https://machinelearningmastery.com/a-tourof-machine-learning-algorithms" TargetMode="External"/><Relationship Id="rId7" Type="http://schemas.openxmlformats.org/officeDocument/2006/relationships/hyperlink" Target="https://towardsdatascience.com/cross-validationand-hyperparametertuning-how-to-optimise-your-machine-learning-model13f005af9d7d"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3"/>
          <p:cNvSpPr txBox="1"/>
          <p:nvPr>
            <p:ph type="ctrTitle"/>
          </p:nvPr>
        </p:nvSpPr>
        <p:spPr>
          <a:xfrm>
            <a:off x="1461558" y="1821635"/>
            <a:ext cx="9144000" cy="977700"/>
          </a:xfrm>
          <a:prstGeom prst="rect">
            <a:avLst/>
          </a:prstGeom>
          <a:noFill/>
          <a:ln>
            <a:noFill/>
          </a:ln>
        </p:spPr>
        <p:txBody>
          <a:bodyPr anchorCtr="0" anchor="b" bIns="45700" lIns="91425" spcFirstLastPara="1" rIns="91425" wrap="square" tIns="45700">
            <a:normAutofit/>
          </a:bodyPr>
          <a:lstStyle/>
          <a:p>
            <a:pPr indent="0" lvl="0" marL="0" rtl="0" algn="ctr">
              <a:lnSpc>
                <a:spcPct val="100000"/>
              </a:lnSpc>
              <a:spcBef>
                <a:spcPts val="0"/>
              </a:spcBef>
              <a:spcAft>
                <a:spcPts val="0"/>
              </a:spcAft>
              <a:buClr>
                <a:schemeClr val="accent1"/>
              </a:buClr>
              <a:buSzPts val="3600"/>
              <a:buFont typeface="Arial"/>
              <a:buNone/>
            </a:pPr>
            <a:r>
              <a:rPr b="1" lang="en-US">
                <a:solidFill>
                  <a:schemeClr val="accent1"/>
                </a:solidFill>
                <a:latin typeface="Arial"/>
                <a:ea typeface="Arial"/>
                <a:cs typeface="Arial"/>
                <a:sym typeface="Arial"/>
              </a:rPr>
              <a:t>PROJECT TITLE</a:t>
            </a:r>
            <a:endParaRPr/>
          </a:p>
        </p:txBody>
      </p:sp>
      <p:sp>
        <p:nvSpPr>
          <p:cNvPr id="97" name="Google Shape;97;p13"/>
          <p:cNvSpPr txBox="1"/>
          <p:nvPr/>
        </p:nvSpPr>
        <p:spPr>
          <a:xfrm>
            <a:off x="-329782" y="1034321"/>
            <a:ext cx="12726648"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3200" u="none" cap="none" strike="noStrike">
                <a:solidFill>
                  <a:srgbClr val="1482AB"/>
                </a:solidFill>
                <a:latin typeface="Arial"/>
                <a:ea typeface="Arial"/>
                <a:cs typeface="Arial"/>
                <a:sym typeface="Arial"/>
              </a:rPr>
              <a:t>CAPSTONE PROJECT</a:t>
            </a:r>
            <a:endParaRPr/>
          </a:p>
        </p:txBody>
      </p:sp>
      <p:sp>
        <p:nvSpPr>
          <p:cNvPr id="98" name="Google Shape;98;p13"/>
          <p:cNvSpPr txBox="1"/>
          <p:nvPr/>
        </p:nvSpPr>
        <p:spPr>
          <a:xfrm>
            <a:off x="2105854" y="4185365"/>
            <a:ext cx="7980300" cy="1015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1482AB"/>
                </a:solidFill>
                <a:latin typeface="Arial"/>
                <a:ea typeface="Arial"/>
                <a:cs typeface="Arial"/>
                <a:sym typeface="Arial"/>
              </a:rPr>
              <a:t>Presented By:</a:t>
            </a:r>
            <a:endParaRPr/>
          </a:p>
          <a:p>
            <a:pPr indent="0" lvl="0" marL="0" marR="0" rtl="0" algn="l">
              <a:spcBef>
                <a:spcPts val="0"/>
              </a:spcBef>
              <a:spcAft>
                <a:spcPts val="0"/>
              </a:spcAft>
              <a:buNone/>
            </a:pPr>
            <a:r>
              <a:rPr b="1" lang="en-US" sz="2000">
                <a:solidFill>
                  <a:srgbClr val="1482AB"/>
                </a:solidFill>
              </a:rPr>
              <a:t>Male Bindhu Sree </a:t>
            </a:r>
            <a:r>
              <a:rPr b="1" lang="en-US" sz="2000">
                <a:solidFill>
                  <a:srgbClr val="1482AB"/>
                </a:solidFill>
                <a:latin typeface="Arial"/>
                <a:ea typeface="Arial"/>
                <a:cs typeface="Arial"/>
                <a:sym typeface="Arial"/>
              </a:rPr>
              <a:t>- </a:t>
            </a:r>
            <a:r>
              <a:rPr b="1" lang="en-US" sz="2000">
                <a:solidFill>
                  <a:srgbClr val="1482AB"/>
                </a:solidFill>
              </a:rPr>
              <a:t>Vignana Bharathi I</a:t>
            </a:r>
            <a:r>
              <a:rPr b="1" lang="en-US" sz="2000">
                <a:solidFill>
                  <a:srgbClr val="1482AB"/>
                </a:solidFill>
              </a:rPr>
              <a:t>nstitute</a:t>
            </a:r>
            <a:r>
              <a:rPr b="1" lang="en-US" sz="2000">
                <a:solidFill>
                  <a:srgbClr val="1482AB"/>
                </a:solidFill>
              </a:rPr>
              <a:t> of </a:t>
            </a:r>
            <a:r>
              <a:rPr b="1" lang="en-US" sz="2000">
                <a:solidFill>
                  <a:srgbClr val="1482AB"/>
                </a:solidFill>
              </a:rPr>
              <a:t>Technology</a:t>
            </a:r>
            <a:r>
              <a:rPr b="1" lang="en-US" sz="2000">
                <a:solidFill>
                  <a:srgbClr val="1482AB"/>
                </a:solidFill>
              </a:rPr>
              <a:t> </a:t>
            </a:r>
            <a:r>
              <a:rPr b="1" lang="en-US" sz="2000">
                <a:solidFill>
                  <a:srgbClr val="1482AB"/>
                </a:solidFill>
                <a:latin typeface="Arial"/>
                <a:ea typeface="Arial"/>
                <a:cs typeface="Arial"/>
                <a:sym typeface="Arial"/>
              </a:rPr>
              <a:t>- </a:t>
            </a:r>
            <a:r>
              <a:rPr b="1" lang="en-US" sz="2000">
                <a:solidFill>
                  <a:srgbClr val="1482AB"/>
                </a:solidFill>
              </a:rPr>
              <a:t>Computer </a:t>
            </a:r>
            <a:r>
              <a:rPr b="1" lang="en-US" sz="2000">
                <a:solidFill>
                  <a:srgbClr val="1482AB"/>
                </a:solidFill>
              </a:rPr>
              <a:t>Science(Artificial Intelligence and Machine Learning)</a:t>
            </a:r>
            <a:r>
              <a:rPr b="1" lang="en-US" sz="2000">
                <a:solidFill>
                  <a:srgbClr val="1482AB"/>
                </a:solidFill>
              </a:rPr>
              <a:t>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4"/>
          <p:cNvSpPr txBox="1"/>
          <p:nvPr>
            <p:ph type="title"/>
          </p:nvPr>
        </p:nvSpPr>
        <p:spPr>
          <a:xfrm>
            <a:off x="849573" y="558468"/>
            <a:ext cx="10515600" cy="1325563"/>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002060"/>
              </a:buClr>
              <a:buSzPts val="2800"/>
              <a:buFont typeface="Arial"/>
              <a:buNone/>
            </a:pPr>
            <a:r>
              <a:rPr b="1" lang="en-US">
                <a:solidFill>
                  <a:srgbClr val="002060"/>
                </a:solidFill>
                <a:latin typeface="Arial"/>
                <a:ea typeface="Arial"/>
                <a:cs typeface="Arial"/>
                <a:sym typeface="Arial"/>
              </a:rPr>
              <a:t>OUTLINE</a:t>
            </a:r>
            <a:endParaRPr/>
          </a:p>
        </p:txBody>
      </p:sp>
      <p:sp>
        <p:nvSpPr>
          <p:cNvPr id="104" name="Google Shape;104;p14"/>
          <p:cNvSpPr txBox="1"/>
          <p:nvPr>
            <p:ph idx="1" type="body"/>
          </p:nvPr>
        </p:nvSpPr>
        <p:spPr>
          <a:xfrm>
            <a:off x="838200" y="1618938"/>
            <a:ext cx="11019020" cy="5239062"/>
          </a:xfrm>
          <a:prstGeom prst="rect">
            <a:avLst/>
          </a:prstGeom>
          <a:noFill/>
          <a:ln>
            <a:noFill/>
          </a:ln>
        </p:spPr>
        <p:txBody>
          <a:bodyPr anchorCtr="0" anchor="t" bIns="45700" lIns="91425" spcFirstLastPara="1" rIns="91425" wrap="square" tIns="45700">
            <a:noAutofit/>
          </a:bodyPr>
          <a:lstStyle/>
          <a:p>
            <a:pPr indent="0" lvl="0" marL="0" rtl="0" algn="l">
              <a:lnSpc>
                <a:spcPct val="110000"/>
              </a:lnSpc>
              <a:spcBef>
                <a:spcPts val="0"/>
              </a:spcBef>
              <a:spcAft>
                <a:spcPts val="0"/>
              </a:spcAft>
              <a:buSzPts val="1840"/>
              <a:buNone/>
            </a:pPr>
            <a:r>
              <a:rPr b="1" lang="en-US" sz="2000">
                <a:latin typeface="Arial"/>
                <a:ea typeface="Arial"/>
                <a:cs typeface="Arial"/>
                <a:sym typeface="Arial"/>
              </a:rPr>
              <a:t>  </a:t>
            </a:r>
            <a:endParaRPr>
              <a:latin typeface="Arial"/>
              <a:ea typeface="Arial"/>
              <a:cs typeface="Arial"/>
              <a:sym typeface="Arial"/>
            </a:endParaRPr>
          </a:p>
          <a:p>
            <a:pPr indent="-305435" lvl="0" marL="305435" rtl="0" algn="l">
              <a:lnSpc>
                <a:spcPct val="110000"/>
              </a:lnSpc>
              <a:spcBef>
                <a:spcPts val="1000"/>
              </a:spcBef>
              <a:spcAft>
                <a:spcPts val="0"/>
              </a:spcAft>
              <a:buSzPts val="1840"/>
              <a:buChar char="◼"/>
            </a:pPr>
            <a:r>
              <a:rPr b="1" lang="en-US" sz="2000">
                <a:latin typeface="Arial"/>
                <a:ea typeface="Arial"/>
                <a:cs typeface="Arial"/>
                <a:sym typeface="Arial"/>
              </a:rPr>
              <a:t>Problem Statement </a:t>
            </a:r>
            <a:endParaRPr>
              <a:latin typeface="Arial"/>
              <a:ea typeface="Arial"/>
              <a:cs typeface="Arial"/>
              <a:sym typeface="Arial"/>
            </a:endParaRPr>
          </a:p>
          <a:p>
            <a:pPr indent="-305435" lvl="0" marL="305435" rtl="0" algn="l">
              <a:lnSpc>
                <a:spcPct val="110000"/>
              </a:lnSpc>
              <a:spcBef>
                <a:spcPts val="1000"/>
              </a:spcBef>
              <a:spcAft>
                <a:spcPts val="0"/>
              </a:spcAft>
              <a:buSzPts val="1840"/>
              <a:buChar char="◼"/>
            </a:pPr>
            <a:r>
              <a:rPr b="1" lang="en-US" sz="2000">
                <a:latin typeface="Arial"/>
                <a:ea typeface="Arial"/>
                <a:cs typeface="Arial"/>
                <a:sym typeface="Arial"/>
              </a:rPr>
              <a:t>System Development Approach </a:t>
            </a:r>
            <a:endParaRPr>
              <a:latin typeface="Arial"/>
              <a:ea typeface="Arial"/>
              <a:cs typeface="Arial"/>
              <a:sym typeface="Arial"/>
            </a:endParaRPr>
          </a:p>
          <a:p>
            <a:pPr indent="-305435" lvl="0" marL="305435" rtl="0" algn="l">
              <a:lnSpc>
                <a:spcPct val="110000"/>
              </a:lnSpc>
              <a:spcBef>
                <a:spcPts val="1000"/>
              </a:spcBef>
              <a:spcAft>
                <a:spcPts val="0"/>
              </a:spcAft>
              <a:buSzPts val="1840"/>
              <a:buChar char="◼"/>
            </a:pPr>
            <a:r>
              <a:rPr b="1" lang="en-US" sz="2000">
                <a:latin typeface="Arial"/>
                <a:ea typeface="Arial"/>
                <a:cs typeface="Arial"/>
                <a:sym typeface="Arial"/>
              </a:rPr>
              <a:t>Algorithm &amp; Deployment </a:t>
            </a:r>
            <a:endParaRPr>
              <a:latin typeface="Arial"/>
              <a:ea typeface="Arial"/>
              <a:cs typeface="Arial"/>
              <a:sym typeface="Arial"/>
            </a:endParaRPr>
          </a:p>
          <a:p>
            <a:pPr indent="-305435" lvl="0" marL="305435" rtl="0" algn="l">
              <a:lnSpc>
                <a:spcPct val="110000"/>
              </a:lnSpc>
              <a:spcBef>
                <a:spcPts val="1000"/>
              </a:spcBef>
              <a:spcAft>
                <a:spcPts val="0"/>
              </a:spcAft>
              <a:buSzPts val="1840"/>
              <a:buChar char="◼"/>
            </a:pPr>
            <a:r>
              <a:rPr b="1" lang="en-US" sz="2000">
                <a:latin typeface="Arial"/>
                <a:ea typeface="Arial"/>
                <a:cs typeface="Arial"/>
                <a:sym typeface="Arial"/>
              </a:rPr>
              <a:t>Result</a:t>
            </a:r>
            <a:endParaRPr/>
          </a:p>
          <a:p>
            <a:pPr indent="-305435" lvl="0" marL="305435" rtl="0" algn="l">
              <a:lnSpc>
                <a:spcPct val="110000"/>
              </a:lnSpc>
              <a:spcBef>
                <a:spcPts val="1000"/>
              </a:spcBef>
              <a:spcAft>
                <a:spcPts val="0"/>
              </a:spcAft>
              <a:buSzPts val="1840"/>
              <a:buChar char="◼"/>
            </a:pPr>
            <a:r>
              <a:rPr b="1" lang="en-US" sz="2000">
                <a:latin typeface="Arial"/>
                <a:ea typeface="Arial"/>
                <a:cs typeface="Arial"/>
                <a:sym typeface="Arial"/>
              </a:rPr>
              <a:t>Conclusion</a:t>
            </a:r>
            <a:endParaRPr>
              <a:latin typeface="Arial"/>
              <a:ea typeface="Arial"/>
              <a:cs typeface="Arial"/>
              <a:sym typeface="Arial"/>
            </a:endParaRPr>
          </a:p>
          <a:p>
            <a:pPr indent="-305435" lvl="0" marL="305435" rtl="0" algn="l">
              <a:lnSpc>
                <a:spcPct val="110000"/>
              </a:lnSpc>
              <a:spcBef>
                <a:spcPts val="1000"/>
              </a:spcBef>
              <a:spcAft>
                <a:spcPts val="0"/>
              </a:spcAft>
              <a:buSzPts val="1840"/>
              <a:buChar char="◼"/>
            </a:pPr>
            <a:r>
              <a:rPr b="1" lang="en-US" sz="2000">
                <a:latin typeface="Arial"/>
                <a:ea typeface="Arial"/>
                <a:cs typeface="Arial"/>
                <a:sym typeface="Arial"/>
              </a:rPr>
              <a:t>Future Scope</a:t>
            </a:r>
            <a:endParaRPr/>
          </a:p>
          <a:p>
            <a:pPr indent="-305435" lvl="0" marL="305435" rtl="0" algn="l">
              <a:lnSpc>
                <a:spcPct val="110000"/>
              </a:lnSpc>
              <a:spcBef>
                <a:spcPts val="1000"/>
              </a:spcBef>
              <a:spcAft>
                <a:spcPts val="0"/>
              </a:spcAft>
              <a:buSzPts val="1840"/>
              <a:buChar char="◼"/>
            </a:pPr>
            <a:r>
              <a:rPr b="1" lang="en-US" sz="2000">
                <a:latin typeface="Arial"/>
                <a:ea typeface="Arial"/>
                <a:cs typeface="Arial"/>
                <a:sym typeface="Arial"/>
              </a:rPr>
              <a:t>References</a:t>
            </a:r>
            <a:endParaRPr>
              <a:latin typeface="Arial"/>
              <a:ea typeface="Arial"/>
              <a:cs typeface="Arial"/>
              <a:sym typeface="Arial"/>
            </a:endParaRPr>
          </a:p>
          <a:p>
            <a:pPr indent="-206121" lvl="0" marL="305435" rtl="0" algn="l">
              <a:lnSpc>
                <a:spcPct val="110000"/>
              </a:lnSpc>
              <a:spcBef>
                <a:spcPts val="940"/>
              </a:spcBef>
              <a:spcAft>
                <a:spcPts val="0"/>
              </a:spcAft>
              <a:buSzPts val="1564"/>
              <a:buNone/>
            </a:pPr>
            <a:r>
              <a:t/>
            </a:r>
            <a:endParaRPr>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5"/>
          <p:cNvSpPr txBox="1"/>
          <p:nvPr>
            <p:ph type="title"/>
          </p:nvPr>
        </p:nvSpPr>
        <p:spPr>
          <a:xfrm>
            <a:off x="581192" y="702156"/>
            <a:ext cx="11029500" cy="5304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100000"/>
              </a:lnSpc>
              <a:spcBef>
                <a:spcPts val="0"/>
              </a:spcBef>
              <a:spcAft>
                <a:spcPts val="0"/>
              </a:spcAft>
              <a:buClr>
                <a:schemeClr val="accent1"/>
              </a:buClr>
              <a:buSzPct val="100000"/>
              <a:buFont typeface="Arial"/>
              <a:buNone/>
            </a:pPr>
            <a:r>
              <a:rPr b="1" lang="en-US" sz="4400">
                <a:solidFill>
                  <a:schemeClr val="accent1"/>
                </a:solidFill>
                <a:latin typeface="Arial"/>
                <a:ea typeface="Arial"/>
                <a:cs typeface="Arial"/>
                <a:sym typeface="Arial"/>
              </a:rPr>
              <a:t>PROBLEM STATEMENT</a:t>
            </a:r>
            <a:endParaRPr sz="4400"/>
          </a:p>
        </p:txBody>
      </p:sp>
      <p:sp>
        <p:nvSpPr>
          <p:cNvPr id="110" name="Google Shape;110;p15"/>
          <p:cNvSpPr txBox="1"/>
          <p:nvPr>
            <p:ph idx="1" type="body"/>
          </p:nvPr>
        </p:nvSpPr>
        <p:spPr>
          <a:xfrm>
            <a:off x="452403" y="1436982"/>
            <a:ext cx="11029500" cy="4673400"/>
          </a:xfrm>
          <a:prstGeom prst="rect">
            <a:avLst/>
          </a:prstGeom>
          <a:noFill/>
          <a:ln>
            <a:noFill/>
          </a:ln>
        </p:spPr>
        <p:txBody>
          <a:bodyPr anchorCtr="0" anchor="ctr" bIns="45700" lIns="91425" spcFirstLastPara="1" rIns="91425" wrap="square" tIns="45700">
            <a:normAutofit/>
          </a:bodyPr>
          <a:lstStyle/>
          <a:p>
            <a:pPr indent="0" lvl="0" marL="0" rtl="0" algn="just">
              <a:lnSpc>
                <a:spcPct val="100000"/>
              </a:lnSpc>
              <a:spcBef>
                <a:spcPts val="0"/>
              </a:spcBef>
              <a:spcAft>
                <a:spcPts val="0"/>
              </a:spcAft>
              <a:buNone/>
            </a:pPr>
            <a:r>
              <a:rPr b="1" lang="en-US" sz="2200"/>
              <a:t>In today’s fast-changing corporate environment, organizations must adopt fair and data-driven approaches to compensation. With employees coming from varied educational, professional, and socio-economic backgrounds, predicting income categories has become increasingly important. Inaccurate estimations can lead to employee dissatisfaction, higher attrition, and inefficient resource allocation. As workplace diversity grows, identifying hidden patterns in income distribution is crucial. This helps organizations plan better, ensure pay equity, and stay compliant with evolving standards.</a:t>
            </a:r>
            <a:endParaRPr b="1" sz="22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16"/>
          <p:cNvSpPr txBox="1"/>
          <p:nvPr>
            <p:ph type="title"/>
          </p:nvPr>
        </p:nvSpPr>
        <p:spPr>
          <a:xfrm>
            <a:off x="581192" y="662572"/>
            <a:ext cx="11029616" cy="530296"/>
          </a:xfrm>
          <a:prstGeom prst="rect">
            <a:avLst/>
          </a:prstGeom>
          <a:noFill/>
          <a:ln>
            <a:noFill/>
          </a:ln>
        </p:spPr>
        <p:txBody>
          <a:bodyPr anchorCtr="0" anchor="b" bIns="45700" lIns="91425" spcFirstLastPara="1" rIns="91425" wrap="square" tIns="45700">
            <a:normAutofit fontScale="90000"/>
          </a:bodyPr>
          <a:lstStyle/>
          <a:p>
            <a:pPr indent="0" lvl="0" marL="0" rtl="0" algn="l">
              <a:lnSpc>
                <a:spcPct val="100000"/>
              </a:lnSpc>
              <a:spcBef>
                <a:spcPts val="0"/>
              </a:spcBef>
              <a:spcAft>
                <a:spcPts val="0"/>
              </a:spcAft>
              <a:buClr>
                <a:schemeClr val="accent1"/>
              </a:buClr>
              <a:buSzPct val="100000"/>
              <a:buFont typeface="Arial"/>
              <a:buNone/>
            </a:pPr>
            <a:r>
              <a:rPr b="1" lang="en-US" sz="4400">
                <a:solidFill>
                  <a:schemeClr val="accent1"/>
                </a:solidFill>
                <a:latin typeface="Arial"/>
                <a:ea typeface="Arial"/>
                <a:cs typeface="Arial"/>
                <a:sym typeface="Arial"/>
              </a:rPr>
              <a:t>SYSTEM  APPROACH</a:t>
            </a:r>
            <a:endParaRPr sz="4400">
              <a:solidFill>
                <a:schemeClr val="accent1"/>
              </a:solidFill>
              <a:latin typeface="Calibri"/>
              <a:ea typeface="Calibri"/>
              <a:cs typeface="Calibri"/>
              <a:sym typeface="Calibri"/>
            </a:endParaRPr>
          </a:p>
        </p:txBody>
      </p:sp>
      <p:sp>
        <p:nvSpPr>
          <p:cNvPr id="116" name="Google Shape;116;p16"/>
          <p:cNvSpPr txBox="1"/>
          <p:nvPr>
            <p:ph idx="1" type="body"/>
          </p:nvPr>
        </p:nvSpPr>
        <p:spPr>
          <a:xfrm>
            <a:off x="581250" y="1307175"/>
            <a:ext cx="11029500" cy="51444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2576"/>
              <a:buNone/>
            </a:pPr>
            <a:r>
              <a:rPr b="1" lang="en-US" sz="1500">
                <a:solidFill>
                  <a:srgbClr val="0F0F0F"/>
                </a:solidFill>
              </a:rPr>
              <a:t>This section describes the overall methodology and tools used to build and deploy the employee salary prediction system.</a:t>
            </a:r>
            <a:endParaRPr sz="3300">
              <a:solidFill>
                <a:srgbClr val="0F0F0F"/>
              </a:solidFill>
            </a:endParaRPr>
          </a:p>
          <a:p>
            <a:pPr indent="-275208" lvl="0" marL="305435" rtl="0" algn="l">
              <a:lnSpc>
                <a:spcPct val="100000"/>
              </a:lnSpc>
              <a:spcBef>
                <a:spcPts val="0"/>
              </a:spcBef>
              <a:spcAft>
                <a:spcPts val="0"/>
              </a:spcAft>
              <a:buSzPts val="2100"/>
              <a:buChar char="◼"/>
            </a:pPr>
            <a:r>
              <a:rPr b="1" lang="en-US" sz="2100">
                <a:solidFill>
                  <a:srgbClr val="0F0F0F"/>
                </a:solidFill>
              </a:rPr>
              <a:t>System requirements</a:t>
            </a:r>
            <a:endParaRPr b="1" sz="2100">
              <a:solidFill>
                <a:srgbClr val="0F0F0F"/>
              </a:solidFill>
            </a:endParaRPr>
          </a:p>
          <a:p>
            <a:pPr indent="0" lvl="0" marL="0" rtl="0" algn="l">
              <a:lnSpc>
                <a:spcPct val="100000"/>
              </a:lnSpc>
              <a:spcBef>
                <a:spcPts val="0"/>
              </a:spcBef>
              <a:spcAft>
                <a:spcPts val="0"/>
              </a:spcAft>
              <a:buNone/>
            </a:pPr>
            <a:r>
              <a:rPr b="1" lang="en-US" sz="1500">
                <a:solidFill>
                  <a:srgbClr val="0F0F0F"/>
                </a:solidFill>
              </a:rPr>
              <a:t>Hardware Requirements:</a:t>
            </a:r>
            <a:endParaRPr b="1" sz="1500">
              <a:solidFill>
                <a:srgbClr val="0F0F0F"/>
              </a:solidFill>
            </a:endParaRPr>
          </a:p>
          <a:p>
            <a:pPr indent="-323850" lvl="0" marL="457200" rtl="0" algn="l">
              <a:lnSpc>
                <a:spcPct val="100000"/>
              </a:lnSpc>
              <a:spcBef>
                <a:spcPts val="0"/>
              </a:spcBef>
              <a:spcAft>
                <a:spcPts val="0"/>
              </a:spcAft>
              <a:buClr>
                <a:srgbClr val="0F0F0F"/>
              </a:buClr>
              <a:buSzPts val="1500"/>
              <a:buChar char="●"/>
            </a:pPr>
            <a:r>
              <a:rPr b="1" lang="en-US" sz="1500">
                <a:solidFill>
                  <a:srgbClr val="0F0F0F"/>
                </a:solidFill>
              </a:rPr>
              <a:t>Processor :  </a:t>
            </a:r>
            <a:r>
              <a:rPr lang="en-US" sz="1500">
                <a:solidFill>
                  <a:srgbClr val="0F0F0F"/>
                </a:solidFill>
              </a:rPr>
              <a:t>Intel Core i5 or above</a:t>
            </a:r>
            <a:endParaRPr sz="1500">
              <a:solidFill>
                <a:srgbClr val="0F0F0F"/>
              </a:solidFill>
            </a:endParaRPr>
          </a:p>
          <a:p>
            <a:pPr indent="-323850" lvl="0" marL="457200" rtl="0" algn="l">
              <a:lnSpc>
                <a:spcPct val="100000"/>
              </a:lnSpc>
              <a:spcBef>
                <a:spcPts val="0"/>
              </a:spcBef>
              <a:spcAft>
                <a:spcPts val="0"/>
              </a:spcAft>
              <a:buClr>
                <a:srgbClr val="0F0F0F"/>
              </a:buClr>
              <a:buSzPts val="1500"/>
              <a:buChar char="●"/>
            </a:pPr>
            <a:r>
              <a:rPr b="1" lang="en-US" sz="1500">
                <a:solidFill>
                  <a:srgbClr val="0F0F0F"/>
                </a:solidFill>
              </a:rPr>
              <a:t>RAM : </a:t>
            </a:r>
            <a:r>
              <a:rPr lang="en-US" sz="1500">
                <a:solidFill>
                  <a:srgbClr val="0F0F0F"/>
                </a:solidFill>
              </a:rPr>
              <a:t>Minimum 8 GB</a:t>
            </a:r>
            <a:endParaRPr sz="1500">
              <a:solidFill>
                <a:srgbClr val="0F0F0F"/>
              </a:solidFill>
            </a:endParaRPr>
          </a:p>
          <a:p>
            <a:pPr indent="-323850" lvl="0" marL="457200" rtl="0" algn="l">
              <a:lnSpc>
                <a:spcPct val="100000"/>
              </a:lnSpc>
              <a:spcBef>
                <a:spcPts val="0"/>
              </a:spcBef>
              <a:spcAft>
                <a:spcPts val="0"/>
              </a:spcAft>
              <a:buClr>
                <a:srgbClr val="0F0F0F"/>
              </a:buClr>
              <a:buSzPts val="1500"/>
              <a:buChar char="●"/>
            </a:pPr>
            <a:r>
              <a:rPr b="1" lang="en-US" sz="1500">
                <a:solidFill>
                  <a:srgbClr val="0F0F0F"/>
                </a:solidFill>
              </a:rPr>
              <a:t>Storage :  </a:t>
            </a:r>
            <a:r>
              <a:rPr lang="en-US" sz="1500">
                <a:solidFill>
                  <a:srgbClr val="0F0F0F"/>
                </a:solidFill>
              </a:rPr>
              <a:t>At least 500 MB free disk space</a:t>
            </a:r>
            <a:endParaRPr sz="1500">
              <a:solidFill>
                <a:srgbClr val="0F0F0F"/>
              </a:solidFill>
            </a:endParaRPr>
          </a:p>
          <a:p>
            <a:pPr indent="0" lvl="0" marL="0" rtl="0" algn="l">
              <a:lnSpc>
                <a:spcPct val="100000"/>
              </a:lnSpc>
              <a:spcBef>
                <a:spcPts val="0"/>
              </a:spcBef>
              <a:spcAft>
                <a:spcPts val="0"/>
              </a:spcAft>
              <a:buNone/>
            </a:pPr>
            <a:r>
              <a:rPr b="1" lang="en-US" sz="1500">
                <a:solidFill>
                  <a:srgbClr val="0F0F0F"/>
                </a:solidFill>
              </a:rPr>
              <a:t>Software Requirements:</a:t>
            </a:r>
            <a:endParaRPr b="1" sz="1500">
              <a:solidFill>
                <a:srgbClr val="0F0F0F"/>
              </a:solidFill>
            </a:endParaRPr>
          </a:p>
          <a:p>
            <a:pPr indent="-323850" lvl="0" marL="457200" rtl="0" algn="l">
              <a:lnSpc>
                <a:spcPct val="100000"/>
              </a:lnSpc>
              <a:spcBef>
                <a:spcPts val="0"/>
              </a:spcBef>
              <a:spcAft>
                <a:spcPts val="0"/>
              </a:spcAft>
              <a:buClr>
                <a:srgbClr val="0F0F0F"/>
              </a:buClr>
              <a:buSzPts val="1500"/>
              <a:buChar char="●"/>
            </a:pPr>
            <a:r>
              <a:rPr b="1" lang="en-US" sz="1500">
                <a:solidFill>
                  <a:srgbClr val="0F0F0F"/>
                </a:solidFill>
              </a:rPr>
              <a:t>OS :  </a:t>
            </a:r>
            <a:r>
              <a:rPr lang="en-US" sz="1500">
                <a:solidFill>
                  <a:srgbClr val="0F0F0F"/>
                </a:solidFill>
              </a:rPr>
              <a:t>Windows / Linux / macOS</a:t>
            </a:r>
            <a:endParaRPr sz="1500">
              <a:solidFill>
                <a:srgbClr val="0F0F0F"/>
              </a:solidFill>
            </a:endParaRPr>
          </a:p>
          <a:p>
            <a:pPr indent="-323850" lvl="0" marL="457200" rtl="0" algn="l">
              <a:lnSpc>
                <a:spcPct val="100000"/>
              </a:lnSpc>
              <a:spcBef>
                <a:spcPts val="0"/>
              </a:spcBef>
              <a:spcAft>
                <a:spcPts val="0"/>
              </a:spcAft>
              <a:buClr>
                <a:srgbClr val="0F0F0F"/>
              </a:buClr>
              <a:buSzPts val="1500"/>
              <a:buChar char="●"/>
            </a:pPr>
            <a:r>
              <a:rPr lang="en-US" sz="1500">
                <a:solidFill>
                  <a:srgbClr val="0F0F0F"/>
                </a:solidFill>
              </a:rPr>
              <a:t>Python 3.10+</a:t>
            </a:r>
            <a:endParaRPr sz="1500">
              <a:solidFill>
                <a:srgbClr val="0F0F0F"/>
              </a:solidFill>
            </a:endParaRPr>
          </a:p>
          <a:p>
            <a:pPr indent="-323850" lvl="0" marL="457200" rtl="0" algn="l">
              <a:lnSpc>
                <a:spcPct val="100000"/>
              </a:lnSpc>
              <a:spcBef>
                <a:spcPts val="0"/>
              </a:spcBef>
              <a:spcAft>
                <a:spcPts val="0"/>
              </a:spcAft>
              <a:buClr>
                <a:srgbClr val="0F0F0F"/>
              </a:buClr>
              <a:buSzPts val="1500"/>
              <a:buChar char="●"/>
            </a:pPr>
            <a:r>
              <a:rPr lang="en-US" sz="1500">
                <a:solidFill>
                  <a:srgbClr val="0F0F0F"/>
                </a:solidFill>
              </a:rPr>
              <a:t>Streamlit (for frontend deployment)</a:t>
            </a:r>
            <a:endParaRPr sz="1500">
              <a:solidFill>
                <a:srgbClr val="0F0F0F"/>
              </a:solidFill>
            </a:endParaRPr>
          </a:p>
          <a:p>
            <a:pPr indent="-323850" lvl="0" marL="457200" rtl="0" algn="l">
              <a:lnSpc>
                <a:spcPct val="100000"/>
              </a:lnSpc>
              <a:spcBef>
                <a:spcPts val="0"/>
              </a:spcBef>
              <a:spcAft>
                <a:spcPts val="0"/>
              </a:spcAft>
              <a:buClr>
                <a:srgbClr val="0F0F0F"/>
              </a:buClr>
              <a:buSzPts val="1500"/>
              <a:buChar char="●"/>
            </a:pPr>
            <a:r>
              <a:rPr lang="en-US" sz="1500">
                <a:solidFill>
                  <a:srgbClr val="0F0F0F"/>
                </a:solidFill>
              </a:rPr>
              <a:t>Git (for version control and deployment)</a:t>
            </a:r>
            <a:endParaRPr b="1" sz="1500">
              <a:solidFill>
                <a:srgbClr val="0F0F0F"/>
              </a:solidFill>
            </a:endParaRPr>
          </a:p>
          <a:p>
            <a:pPr indent="-275208" lvl="0" marL="305435" rtl="0" algn="l">
              <a:lnSpc>
                <a:spcPct val="100000"/>
              </a:lnSpc>
              <a:spcBef>
                <a:spcPts val="0"/>
              </a:spcBef>
              <a:spcAft>
                <a:spcPts val="0"/>
              </a:spcAft>
              <a:buSzPts val="2100"/>
              <a:buChar char="◼"/>
            </a:pPr>
            <a:r>
              <a:rPr b="1" lang="en-US" sz="2100">
                <a:solidFill>
                  <a:srgbClr val="0F0F0F"/>
                </a:solidFill>
              </a:rPr>
              <a:t>Library required to build the model</a:t>
            </a:r>
            <a:endParaRPr b="1" sz="2100">
              <a:solidFill>
                <a:srgbClr val="0F0F0F"/>
              </a:solidFill>
            </a:endParaRPr>
          </a:p>
          <a:p>
            <a:pPr indent="0" lvl="0" marL="0" rtl="0" algn="l">
              <a:lnSpc>
                <a:spcPct val="100000"/>
              </a:lnSpc>
              <a:spcBef>
                <a:spcPts val="0"/>
              </a:spcBef>
              <a:spcAft>
                <a:spcPts val="0"/>
              </a:spcAft>
              <a:buNone/>
            </a:pPr>
            <a:r>
              <a:rPr lang="en-US" sz="1400">
                <a:solidFill>
                  <a:srgbClr val="0F0F0F"/>
                </a:solidFill>
              </a:rPr>
              <a:t>The following Python libraries were used in the project:</a:t>
            </a:r>
            <a:endParaRPr sz="1400">
              <a:solidFill>
                <a:srgbClr val="0F0F0F"/>
              </a:solidFill>
            </a:endParaRPr>
          </a:p>
          <a:p>
            <a:pPr indent="-317500" lvl="0" marL="457200" rtl="0" algn="l">
              <a:lnSpc>
                <a:spcPct val="100000"/>
              </a:lnSpc>
              <a:spcBef>
                <a:spcPts val="0"/>
              </a:spcBef>
              <a:spcAft>
                <a:spcPts val="0"/>
              </a:spcAft>
              <a:buClr>
                <a:schemeClr val="dk1"/>
              </a:buClr>
              <a:buSzPts val="1400"/>
              <a:buFont typeface="Arial"/>
              <a:buChar char="●"/>
            </a:pPr>
            <a:r>
              <a:rPr b="1" lang="en-US" sz="1400">
                <a:solidFill>
                  <a:schemeClr val="dk1"/>
                </a:solidFill>
              </a:rPr>
              <a:t>pandas</a:t>
            </a:r>
            <a:r>
              <a:rPr lang="en-US" sz="1400">
                <a:solidFill>
                  <a:schemeClr val="dk1"/>
                </a:solidFill>
              </a:rPr>
              <a:t> – For data loading, cleaning, and manipulation</a:t>
            </a:r>
            <a:endParaRPr sz="1400">
              <a:solidFill>
                <a:schemeClr val="dk1"/>
              </a:solidFill>
            </a:endParaRPr>
          </a:p>
          <a:p>
            <a:pPr indent="-317500" lvl="0" marL="457200" rtl="0" algn="l">
              <a:lnSpc>
                <a:spcPct val="100000"/>
              </a:lnSpc>
              <a:spcBef>
                <a:spcPts val="0"/>
              </a:spcBef>
              <a:spcAft>
                <a:spcPts val="0"/>
              </a:spcAft>
              <a:buClr>
                <a:schemeClr val="dk1"/>
              </a:buClr>
              <a:buSzPts val="1400"/>
              <a:buFont typeface="Arial"/>
              <a:buChar char="●"/>
            </a:pPr>
            <a:r>
              <a:rPr b="1" lang="en-US" sz="1400">
                <a:solidFill>
                  <a:schemeClr val="dk1"/>
                </a:solidFill>
              </a:rPr>
              <a:t>numpy</a:t>
            </a:r>
            <a:r>
              <a:rPr lang="en-US" sz="1400">
                <a:solidFill>
                  <a:schemeClr val="dk1"/>
                </a:solidFill>
              </a:rPr>
              <a:t> – For handling missing values and numerical operations</a:t>
            </a:r>
            <a:endParaRPr sz="1400">
              <a:solidFill>
                <a:schemeClr val="dk1"/>
              </a:solidFill>
            </a:endParaRPr>
          </a:p>
          <a:p>
            <a:pPr indent="-317500" lvl="0" marL="457200" rtl="0" algn="l">
              <a:lnSpc>
                <a:spcPct val="100000"/>
              </a:lnSpc>
              <a:spcBef>
                <a:spcPts val="0"/>
              </a:spcBef>
              <a:spcAft>
                <a:spcPts val="0"/>
              </a:spcAft>
              <a:buClr>
                <a:schemeClr val="dk1"/>
              </a:buClr>
              <a:buSzPts val="1400"/>
              <a:buFont typeface="Arial"/>
              <a:buChar char="●"/>
            </a:pPr>
            <a:r>
              <a:rPr b="1" lang="en-US" sz="1400">
                <a:solidFill>
                  <a:schemeClr val="dk1"/>
                </a:solidFill>
              </a:rPr>
              <a:t>sklearn (scikit-learn)</a:t>
            </a:r>
            <a:r>
              <a:rPr lang="en-US" sz="1400">
                <a:solidFill>
                  <a:schemeClr val="dk1"/>
                </a:solidFill>
              </a:rPr>
              <a:t> –</a:t>
            </a:r>
            <a:endParaRPr sz="1400">
              <a:solidFill>
                <a:schemeClr val="dk1"/>
              </a:solidFill>
            </a:endParaRPr>
          </a:p>
          <a:p>
            <a:pPr indent="-317500" lvl="1" marL="914400" rtl="0" algn="l">
              <a:lnSpc>
                <a:spcPct val="100000"/>
              </a:lnSpc>
              <a:spcBef>
                <a:spcPts val="0"/>
              </a:spcBef>
              <a:spcAft>
                <a:spcPts val="0"/>
              </a:spcAft>
              <a:buClr>
                <a:schemeClr val="dk1"/>
              </a:buClr>
              <a:buSzPts val="1400"/>
              <a:buFont typeface="Arial"/>
              <a:buChar char="○"/>
            </a:pPr>
            <a:r>
              <a:rPr lang="en-US">
                <a:solidFill>
                  <a:schemeClr val="dk1"/>
                </a:solidFill>
              </a:rPr>
              <a:t>LabelEncoder for encoding categorical features</a:t>
            </a:r>
            <a:endParaRPr>
              <a:solidFill>
                <a:schemeClr val="dk1"/>
              </a:solidFill>
            </a:endParaRPr>
          </a:p>
          <a:p>
            <a:pPr indent="-317500" lvl="1" marL="914400" rtl="0" algn="l">
              <a:lnSpc>
                <a:spcPct val="100000"/>
              </a:lnSpc>
              <a:spcBef>
                <a:spcPts val="0"/>
              </a:spcBef>
              <a:spcAft>
                <a:spcPts val="0"/>
              </a:spcAft>
              <a:buClr>
                <a:schemeClr val="dk1"/>
              </a:buClr>
              <a:buSzPts val="1400"/>
              <a:buFont typeface="Arial"/>
              <a:buChar char="○"/>
            </a:pPr>
            <a:r>
              <a:rPr lang="en-US">
                <a:solidFill>
                  <a:schemeClr val="dk1"/>
                </a:solidFill>
              </a:rPr>
              <a:t>RandomForestClassifier for income category prediction</a:t>
            </a:r>
            <a:endParaRPr>
              <a:solidFill>
                <a:schemeClr val="dk1"/>
              </a:solidFill>
            </a:endParaRPr>
          </a:p>
          <a:p>
            <a:pPr indent="-317500" lvl="1" marL="914400" rtl="0" algn="l">
              <a:lnSpc>
                <a:spcPct val="100000"/>
              </a:lnSpc>
              <a:spcBef>
                <a:spcPts val="0"/>
              </a:spcBef>
              <a:spcAft>
                <a:spcPts val="0"/>
              </a:spcAft>
              <a:buClr>
                <a:schemeClr val="dk1"/>
              </a:buClr>
              <a:buSzPts val="1400"/>
              <a:buFont typeface="Arial"/>
              <a:buChar char="○"/>
            </a:pPr>
            <a:r>
              <a:rPr lang="en-US">
                <a:solidFill>
                  <a:schemeClr val="dk1"/>
                </a:solidFill>
              </a:rPr>
              <a:t>train_test_split, accuracy_score for model training and evaluation</a:t>
            </a:r>
            <a:endParaRPr>
              <a:solidFill>
                <a:schemeClr val="dk1"/>
              </a:solidFill>
            </a:endParaRPr>
          </a:p>
          <a:p>
            <a:pPr indent="-317500" lvl="0" marL="457200" rtl="0" algn="l">
              <a:lnSpc>
                <a:spcPct val="100000"/>
              </a:lnSpc>
              <a:spcBef>
                <a:spcPts val="0"/>
              </a:spcBef>
              <a:spcAft>
                <a:spcPts val="0"/>
              </a:spcAft>
              <a:buClr>
                <a:schemeClr val="dk1"/>
              </a:buClr>
              <a:buSzPts val="1400"/>
              <a:buFont typeface="Arial"/>
              <a:buChar char="●"/>
            </a:pPr>
            <a:r>
              <a:rPr b="1" lang="en-US" sz="1400">
                <a:solidFill>
                  <a:schemeClr val="dk1"/>
                </a:solidFill>
              </a:rPr>
              <a:t>pickle </a:t>
            </a:r>
            <a:r>
              <a:rPr lang="en-US" sz="1400">
                <a:solidFill>
                  <a:schemeClr val="dk1"/>
                </a:solidFill>
              </a:rPr>
              <a:t>– To save and load the trained model, encoders, and column data</a:t>
            </a:r>
            <a:endParaRPr sz="1400">
              <a:solidFill>
                <a:schemeClr val="dk1"/>
              </a:solidFill>
            </a:endParaRPr>
          </a:p>
          <a:p>
            <a:pPr indent="-317500" lvl="0" marL="457200" rtl="0" algn="l">
              <a:lnSpc>
                <a:spcPct val="100000"/>
              </a:lnSpc>
              <a:spcBef>
                <a:spcPts val="0"/>
              </a:spcBef>
              <a:spcAft>
                <a:spcPts val="0"/>
              </a:spcAft>
              <a:buClr>
                <a:schemeClr val="dk1"/>
              </a:buClr>
              <a:buSzPts val="1400"/>
              <a:buFont typeface="Arial"/>
              <a:buChar char="●"/>
            </a:pPr>
            <a:r>
              <a:rPr b="1" lang="en-US" sz="1400">
                <a:solidFill>
                  <a:schemeClr val="dk1"/>
                </a:solidFill>
              </a:rPr>
              <a:t>matplotlib.pyplot</a:t>
            </a:r>
            <a:r>
              <a:rPr lang="en-US" sz="1400">
                <a:solidFill>
                  <a:schemeClr val="dk1"/>
                </a:solidFill>
              </a:rPr>
              <a:t> – To generate the Actual vs Predicted Salary bar chart</a:t>
            </a:r>
            <a:endParaRPr sz="1400">
              <a:solidFill>
                <a:schemeClr val="dk1"/>
              </a:solidFill>
            </a:endParaRPr>
          </a:p>
          <a:p>
            <a:pPr indent="-317500" lvl="0" marL="457200" rtl="0" algn="l">
              <a:lnSpc>
                <a:spcPct val="100000"/>
              </a:lnSpc>
              <a:spcBef>
                <a:spcPts val="0"/>
              </a:spcBef>
              <a:spcAft>
                <a:spcPts val="0"/>
              </a:spcAft>
              <a:buClr>
                <a:schemeClr val="dk1"/>
              </a:buClr>
              <a:buSzPts val="1400"/>
              <a:buFont typeface="Arial"/>
              <a:buChar char="●"/>
            </a:pPr>
            <a:r>
              <a:rPr b="1" lang="en-US" sz="1400">
                <a:solidFill>
                  <a:schemeClr val="dk1"/>
                </a:solidFill>
              </a:rPr>
              <a:t>streamlit</a:t>
            </a:r>
            <a:r>
              <a:rPr lang="en-US" sz="1400">
                <a:solidFill>
                  <a:schemeClr val="dk1"/>
                </a:solidFill>
              </a:rPr>
              <a:t> – To build and run the interactive web app for predictions</a:t>
            </a:r>
            <a:endParaRPr b="1" sz="1400">
              <a:solidFill>
                <a:srgbClr val="0F0F0F"/>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7"/>
          <p:cNvSpPr txBox="1"/>
          <p:nvPr>
            <p:ph type="title"/>
          </p:nvPr>
        </p:nvSpPr>
        <p:spPr>
          <a:xfrm>
            <a:off x="581192" y="702156"/>
            <a:ext cx="11029616" cy="530296"/>
          </a:xfrm>
          <a:prstGeom prst="rect">
            <a:avLst/>
          </a:prstGeom>
          <a:noFill/>
          <a:ln>
            <a:noFill/>
          </a:ln>
        </p:spPr>
        <p:txBody>
          <a:bodyPr anchorCtr="0" anchor="b" bIns="45700" lIns="91425" spcFirstLastPara="1" rIns="91425" wrap="square" tIns="45700">
            <a:normAutofit fontScale="90000"/>
          </a:bodyPr>
          <a:lstStyle/>
          <a:p>
            <a:pPr indent="0" lvl="0" marL="0" rtl="0" algn="l">
              <a:lnSpc>
                <a:spcPct val="100000"/>
              </a:lnSpc>
              <a:spcBef>
                <a:spcPts val="0"/>
              </a:spcBef>
              <a:spcAft>
                <a:spcPts val="0"/>
              </a:spcAft>
              <a:buClr>
                <a:schemeClr val="accent1"/>
              </a:buClr>
              <a:buSzPct val="100000"/>
              <a:buFont typeface="Arial"/>
              <a:buNone/>
            </a:pPr>
            <a:r>
              <a:rPr b="1" lang="en-US" sz="4400">
                <a:solidFill>
                  <a:schemeClr val="accent1"/>
                </a:solidFill>
                <a:latin typeface="Arial"/>
                <a:ea typeface="Arial"/>
                <a:cs typeface="Arial"/>
                <a:sym typeface="Arial"/>
              </a:rPr>
              <a:t>ALGORITHM &amp; DEPLOYMENT</a:t>
            </a:r>
            <a:endParaRPr/>
          </a:p>
        </p:txBody>
      </p:sp>
      <p:sp>
        <p:nvSpPr>
          <p:cNvPr id="122" name="Google Shape;122;p17"/>
          <p:cNvSpPr txBox="1"/>
          <p:nvPr>
            <p:ph idx="1" type="body"/>
          </p:nvPr>
        </p:nvSpPr>
        <p:spPr>
          <a:xfrm>
            <a:off x="581200" y="1302024"/>
            <a:ext cx="11029500" cy="5086500"/>
          </a:xfrm>
          <a:prstGeom prst="rect">
            <a:avLst/>
          </a:prstGeom>
          <a:noFill/>
          <a:ln>
            <a:noFill/>
          </a:ln>
        </p:spPr>
        <p:txBody>
          <a:bodyPr anchorCtr="0" anchor="ctr" bIns="45700" lIns="91425" spcFirstLastPara="1" rIns="91425" wrap="square" tIns="45700">
            <a:noAutofit/>
          </a:bodyPr>
          <a:lstStyle/>
          <a:p>
            <a:pPr indent="-262508" lvl="0" marL="305435" rtl="0" algn="l">
              <a:lnSpc>
                <a:spcPct val="60000"/>
              </a:lnSpc>
              <a:spcBef>
                <a:spcPts val="0"/>
              </a:spcBef>
              <a:spcAft>
                <a:spcPts val="0"/>
              </a:spcAft>
              <a:buSzPts val="1900"/>
              <a:buChar char="◼"/>
            </a:pPr>
            <a:r>
              <a:rPr b="1" lang="en-US" sz="1600"/>
              <a:t>Algorithm Selection</a:t>
            </a:r>
            <a:endParaRPr b="1" sz="1600"/>
          </a:p>
          <a:p>
            <a:pPr indent="0" lvl="0" marL="306000" rtl="0" algn="l">
              <a:lnSpc>
                <a:spcPct val="60000"/>
              </a:lnSpc>
              <a:spcBef>
                <a:spcPts val="0"/>
              </a:spcBef>
              <a:spcAft>
                <a:spcPts val="0"/>
              </a:spcAft>
              <a:buNone/>
            </a:pPr>
            <a:r>
              <a:t/>
            </a:r>
            <a:endParaRPr b="1" sz="1300"/>
          </a:p>
          <a:p>
            <a:pPr indent="-323850" lvl="0" marL="457200" rtl="0" algn="l">
              <a:lnSpc>
                <a:spcPct val="60000"/>
              </a:lnSpc>
              <a:spcBef>
                <a:spcPts val="0"/>
              </a:spcBef>
              <a:spcAft>
                <a:spcPts val="0"/>
              </a:spcAft>
              <a:buClr>
                <a:schemeClr val="dk1"/>
              </a:buClr>
              <a:buSzPts val="1500"/>
              <a:buChar char="●"/>
            </a:pPr>
            <a:r>
              <a:rPr lang="en-US" sz="1500">
                <a:solidFill>
                  <a:schemeClr val="dk1"/>
                </a:solidFill>
              </a:rPr>
              <a:t>Chose </a:t>
            </a:r>
            <a:r>
              <a:rPr b="1" lang="en-US" sz="1500">
                <a:solidFill>
                  <a:schemeClr val="dk1"/>
                </a:solidFill>
              </a:rPr>
              <a:t>Random Forest Classifier</a:t>
            </a:r>
            <a:r>
              <a:rPr lang="en-US" sz="1500">
                <a:solidFill>
                  <a:schemeClr val="dk1"/>
                </a:solidFill>
              </a:rPr>
              <a:t> due to its robustness with structured and mixed-type data.</a:t>
            </a:r>
            <a:br>
              <a:rPr lang="en-US" sz="1500">
                <a:solidFill>
                  <a:schemeClr val="dk1"/>
                </a:solidFill>
              </a:rPr>
            </a:br>
            <a:endParaRPr sz="1500">
              <a:solidFill>
                <a:schemeClr val="dk1"/>
              </a:solidFill>
            </a:endParaRPr>
          </a:p>
          <a:p>
            <a:pPr indent="-323850" lvl="0" marL="457200" rtl="0" algn="l">
              <a:lnSpc>
                <a:spcPct val="60000"/>
              </a:lnSpc>
              <a:spcBef>
                <a:spcPts val="0"/>
              </a:spcBef>
              <a:spcAft>
                <a:spcPts val="0"/>
              </a:spcAft>
              <a:buClr>
                <a:schemeClr val="dk1"/>
              </a:buClr>
              <a:buSzPts val="1500"/>
              <a:buChar char="●"/>
            </a:pPr>
            <a:r>
              <a:rPr lang="en-US" sz="1500">
                <a:solidFill>
                  <a:schemeClr val="dk1"/>
                </a:solidFill>
              </a:rPr>
              <a:t>Suitable for classification tasks like income prediction.</a:t>
            </a:r>
            <a:endParaRPr sz="1500">
              <a:solidFill>
                <a:schemeClr val="dk1"/>
              </a:solidFill>
            </a:endParaRPr>
          </a:p>
          <a:p>
            <a:pPr indent="0" lvl="0" marL="0" rtl="0" algn="l">
              <a:lnSpc>
                <a:spcPct val="60000"/>
              </a:lnSpc>
              <a:spcBef>
                <a:spcPts val="0"/>
              </a:spcBef>
              <a:spcAft>
                <a:spcPts val="0"/>
              </a:spcAft>
              <a:buNone/>
            </a:pPr>
            <a:r>
              <a:t/>
            </a:r>
            <a:endParaRPr sz="1300">
              <a:solidFill>
                <a:schemeClr val="dk1"/>
              </a:solidFill>
            </a:endParaRPr>
          </a:p>
          <a:p>
            <a:pPr indent="-262508" lvl="0" marL="305435" rtl="0" algn="l">
              <a:lnSpc>
                <a:spcPct val="60000"/>
              </a:lnSpc>
              <a:spcBef>
                <a:spcPts val="0"/>
              </a:spcBef>
              <a:spcAft>
                <a:spcPts val="0"/>
              </a:spcAft>
              <a:buSzPts val="1900"/>
              <a:buChar char="◼"/>
            </a:pPr>
            <a:r>
              <a:rPr b="1" lang="en-US" sz="1600"/>
              <a:t>Data Preprocessing &amp; Input Features</a:t>
            </a:r>
            <a:endParaRPr b="1" sz="1600"/>
          </a:p>
          <a:p>
            <a:pPr indent="0" lvl="0" marL="0" rtl="0" algn="l">
              <a:lnSpc>
                <a:spcPct val="60000"/>
              </a:lnSpc>
              <a:spcBef>
                <a:spcPts val="0"/>
              </a:spcBef>
              <a:spcAft>
                <a:spcPts val="0"/>
              </a:spcAft>
              <a:buNone/>
            </a:pPr>
            <a:r>
              <a:t/>
            </a:r>
            <a:endParaRPr b="1" sz="1300"/>
          </a:p>
          <a:p>
            <a:pPr indent="-323850" lvl="0" marL="457200" rtl="0" algn="l">
              <a:lnSpc>
                <a:spcPct val="60000"/>
              </a:lnSpc>
              <a:spcBef>
                <a:spcPts val="0"/>
              </a:spcBef>
              <a:spcAft>
                <a:spcPts val="0"/>
              </a:spcAft>
              <a:buClr>
                <a:schemeClr val="dk1"/>
              </a:buClr>
              <a:buSzPts val="1500"/>
              <a:buFont typeface="Libre Franklin"/>
              <a:buChar char="●"/>
            </a:pPr>
            <a:r>
              <a:rPr lang="en-US" sz="1500">
                <a:solidFill>
                  <a:schemeClr val="dk1"/>
                </a:solidFill>
              </a:rPr>
              <a:t>Cleaned data by handling missing values.</a:t>
            </a:r>
            <a:br>
              <a:rPr lang="en-US" sz="1500">
                <a:solidFill>
                  <a:schemeClr val="dk1"/>
                </a:solidFill>
              </a:rPr>
            </a:br>
            <a:endParaRPr sz="1500">
              <a:solidFill>
                <a:schemeClr val="dk1"/>
              </a:solidFill>
            </a:endParaRPr>
          </a:p>
          <a:p>
            <a:pPr indent="-323850" lvl="0" marL="457200" rtl="0" algn="l">
              <a:lnSpc>
                <a:spcPct val="60000"/>
              </a:lnSpc>
              <a:spcBef>
                <a:spcPts val="0"/>
              </a:spcBef>
              <a:spcAft>
                <a:spcPts val="0"/>
              </a:spcAft>
              <a:buClr>
                <a:schemeClr val="dk1"/>
              </a:buClr>
              <a:buSzPts val="1500"/>
              <a:buFont typeface="Arial"/>
              <a:buChar char="●"/>
            </a:pPr>
            <a:r>
              <a:rPr lang="en-US" sz="1500">
                <a:solidFill>
                  <a:schemeClr val="dk1"/>
                </a:solidFill>
              </a:rPr>
              <a:t>Applied </a:t>
            </a:r>
            <a:r>
              <a:rPr b="1" lang="en-US" sz="1500">
                <a:solidFill>
                  <a:schemeClr val="dk1"/>
                </a:solidFill>
              </a:rPr>
              <a:t>Label Encoding</a:t>
            </a:r>
            <a:r>
              <a:rPr lang="en-US" sz="1500">
                <a:solidFill>
                  <a:schemeClr val="dk1"/>
                </a:solidFill>
              </a:rPr>
              <a:t> for categorical features.</a:t>
            </a:r>
            <a:br>
              <a:rPr lang="en-US" sz="1500">
                <a:solidFill>
                  <a:schemeClr val="dk1"/>
                </a:solidFill>
              </a:rPr>
            </a:br>
            <a:endParaRPr sz="1500">
              <a:solidFill>
                <a:schemeClr val="dk1"/>
              </a:solidFill>
            </a:endParaRPr>
          </a:p>
          <a:p>
            <a:pPr indent="-323850" lvl="0" marL="457200" rtl="0" algn="l">
              <a:lnSpc>
                <a:spcPct val="60000"/>
              </a:lnSpc>
              <a:spcBef>
                <a:spcPts val="0"/>
              </a:spcBef>
              <a:spcAft>
                <a:spcPts val="0"/>
              </a:spcAft>
              <a:buClr>
                <a:schemeClr val="dk1"/>
              </a:buClr>
              <a:buSzPts val="1500"/>
              <a:buFont typeface="Libre Franklin"/>
              <a:buChar char="●"/>
            </a:pPr>
            <a:r>
              <a:rPr lang="en-US" sz="1500">
                <a:solidFill>
                  <a:schemeClr val="dk1"/>
                </a:solidFill>
              </a:rPr>
              <a:t>Used features like age, education, occupation, hours-per-week, etc.</a:t>
            </a:r>
            <a:endParaRPr sz="1500">
              <a:solidFill>
                <a:schemeClr val="dk1"/>
              </a:solidFill>
            </a:endParaRPr>
          </a:p>
          <a:p>
            <a:pPr indent="0" lvl="0" marL="0" rtl="0" algn="l">
              <a:lnSpc>
                <a:spcPct val="60000"/>
              </a:lnSpc>
              <a:spcBef>
                <a:spcPts val="0"/>
              </a:spcBef>
              <a:spcAft>
                <a:spcPts val="0"/>
              </a:spcAft>
              <a:buNone/>
            </a:pPr>
            <a:r>
              <a:t/>
            </a:r>
            <a:endParaRPr b="1" sz="1300"/>
          </a:p>
          <a:p>
            <a:pPr indent="-262508" lvl="0" marL="305435" rtl="0" algn="l">
              <a:lnSpc>
                <a:spcPct val="60000"/>
              </a:lnSpc>
              <a:spcBef>
                <a:spcPts val="0"/>
              </a:spcBef>
              <a:spcAft>
                <a:spcPts val="0"/>
              </a:spcAft>
              <a:buSzPts val="1900"/>
              <a:buChar char="◼"/>
            </a:pPr>
            <a:r>
              <a:rPr b="1" lang="en-US" sz="1600"/>
              <a:t>Model Training</a:t>
            </a:r>
            <a:endParaRPr b="1" sz="1600"/>
          </a:p>
          <a:p>
            <a:pPr indent="0" lvl="0" marL="0" rtl="0" algn="l">
              <a:lnSpc>
                <a:spcPct val="60000"/>
              </a:lnSpc>
              <a:spcBef>
                <a:spcPts val="0"/>
              </a:spcBef>
              <a:spcAft>
                <a:spcPts val="0"/>
              </a:spcAft>
              <a:buNone/>
            </a:pPr>
            <a:r>
              <a:t/>
            </a:r>
            <a:endParaRPr b="1" sz="1300"/>
          </a:p>
          <a:p>
            <a:pPr indent="-323850" lvl="0" marL="457200" rtl="0" algn="l">
              <a:lnSpc>
                <a:spcPct val="60000"/>
              </a:lnSpc>
              <a:spcBef>
                <a:spcPts val="0"/>
              </a:spcBef>
              <a:spcAft>
                <a:spcPts val="0"/>
              </a:spcAft>
              <a:buClr>
                <a:schemeClr val="dk1"/>
              </a:buClr>
              <a:buSzPts val="1500"/>
              <a:buFont typeface="Arial"/>
              <a:buChar char="●"/>
            </a:pPr>
            <a:r>
              <a:rPr lang="en-US" sz="1500">
                <a:solidFill>
                  <a:schemeClr val="dk1"/>
                </a:solidFill>
              </a:rPr>
              <a:t>Split data into </a:t>
            </a:r>
            <a:r>
              <a:rPr b="1" lang="en-US" sz="1500">
                <a:solidFill>
                  <a:schemeClr val="dk1"/>
                </a:solidFill>
              </a:rPr>
              <a:t>training and testing sets</a:t>
            </a:r>
            <a:r>
              <a:rPr lang="en-US" sz="1500">
                <a:solidFill>
                  <a:schemeClr val="dk1"/>
                </a:solidFill>
              </a:rPr>
              <a:t>.</a:t>
            </a:r>
            <a:br>
              <a:rPr lang="en-US" sz="1500">
                <a:solidFill>
                  <a:schemeClr val="dk1"/>
                </a:solidFill>
              </a:rPr>
            </a:br>
            <a:endParaRPr sz="1500">
              <a:solidFill>
                <a:schemeClr val="dk1"/>
              </a:solidFill>
            </a:endParaRPr>
          </a:p>
          <a:p>
            <a:pPr indent="-323850" lvl="0" marL="457200" rtl="0" algn="l">
              <a:lnSpc>
                <a:spcPct val="60000"/>
              </a:lnSpc>
              <a:spcBef>
                <a:spcPts val="0"/>
              </a:spcBef>
              <a:spcAft>
                <a:spcPts val="0"/>
              </a:spcAft>
              <a:buClr>
                <a:schemeClr val="dk1"/>
              </a:buClr>
              <a:buSzPts val="1500"/>
              <a:buFont typeface="Libre Franklin"/>
              <a:buChar char="●"/>
            </a:pPr>
            <a:r>
              <a:rPr lang="en-US" sz="1500">
                <a:solidFill>
                  <a:schemeClr val="dk1"/>
                </a:solidFill>
              </a:rPr>
              <a:t>Trained the Random Forest model.</a:t>
            </a:r>
            <a:br>
              <a:rPr lang="en-US" sz="1500">
                <a:solidFill>
                  <a:schemeClr val="dk1"/>
                </a:solidFill>
              </a:rPr>
            </a:br>
            <a:endParaRPr sz="1500">
              <a:solidFill>
                <a:schemeClr val="dk1"/>
              </a:solidFill>
            </a:endParaRPr>
          </a:p>
          <a:p>
            <a:pPr indent="-323850" lvl="0" marL="457200" rtl="0" algn="l">
              <a:lnSpc>
                <a:spcPct val="60000"/>
              </a:lnSpc>
              <a:spcBef>
                <a:spcPts val="0"/>
              </a:spcBef>
              <a:spcAft>
                <a:spcPts val="0"/>
              </a:spcAft>
              <a:buClr>
                <a:schemeClr val="dk1"/>
              </a:buClr>
              <a:buSzPts val="1500"/>
              <a:buFont typeface="Arial"/>
              <a:buChar char="●"/>
            </a:pPr>
            <a:r>
              <a:rPr lang="en-US" sz="1500">
                <a:solidFill>
                  <a:schemeClr val="dk1"/>
                </a:solidFill>
              </a:rPr>
              <a:t>Saved model, encoders, and feature columns using </a:t>
            </a:r>
            <a:r>
              <a:rPr b="1" lang="en-US" sz="1500">
                <a:solidFill>
                  <a:schemeClr val="dk1"/>
                </a:solidFill>
              </a:rPr>
              <a:t>Pickle</a:t>
            </a:r>
            <a:r>
              <a:rPr lang="en-US" sz="1500">
                <a:solidFill>
                  <a:schemeClr val="dk1"/>
                </a:solidFill>
              </a:rPr>
              <a:t>.</a:t>
            </a:r>
            <a:endParaRPr sz="1500">
              <a:solidFill>
                <a:schemeClr val="dk1"/>
              </a:solidFill>
            </a:endParaRPr>
          </a:p>
          <a:p>
            <a:pPr indent="0" lvl="0" marL="0" rtl="0" algn="l">
              <a:lnSpc>
                <a:spcPct val="60000"/>
              </a:lnSpc>
              <a:spcBef>
                <a:spcPts val="0"/>
              </a:spcBef>
              <a:spcAft>
                <a:spcPts val="0"/>
              </a:spcAft>
              <a:buNone/>
            </a:pPr>
            <a:r>
              <a:t/>
            </a:r>
            <a:endParaRPr b="1" sz="1300"/>
          </a:p>
          <a:p>
            <a:pPr indent="-262508" lvl="0" marL="305435" rtl="0" algn="l">
              <a:lnSpc>
                <a:spcPct val="60000"/>
              </a:lnSpc>
              <a:spcBef>
                <a:spcPts val="0"/>
              </a:spcBef>
              <a:spcAft>
                <a:spcPts val="0"/>
              </a:spcAft>
              <a:buSzPts val="1900"/>
              <a:buChar char="◼"/>
            </a:pPr>
            <a:r>
              <a:rPr b="1" lang="en-US" sz="1600"/>
              <a:t>Deployment with Streamlit</a:t>
            </a:r>
            <a:endParaRPr b="1" sz="1600"/>
          </a:p>
          <a:p>
            <a:pPr indent="0" lvl="0" marL="0" rtl="0" algn="l">
              <a:lnSpc>
                <a:spcPct val="60000"/>
              </a:lnSpc>
              <a:spcBef>
                <a:spcPts val="0"/>
              </a:spcBef>
              <a:spcAft>
                <a:spcPts val="0"/>
              </a:spcAft>
              <a:buNone/>
            </a:pPr>
            <a:r>
              <a:t/>
            </a:r>
            <a:endParaRPr b="1" sz="1300"/>
          </a:p>
          <a:p>
            <a:pPr indent="-323850" lvl="0" marL="457200" rtl="0" algn="l">
              <a:lnSpc>
                <a:spcPct val="60000"/>
              </a:lnSpc>
              <a:spcBef>
                <a:spcPts val="0"/>
              </a:spcBef>
              <a:spcAft>
                <a:spcPts val="0"/>
              </a:spcAft>
              <a:buClr>
                <a:schemeClr val="dk1"/>
              </a:buClr>
              <a:buSzPts val="1500"/>
              <a:buFont typeface="Arial"/>
              <a:buChar char="●"/>
            </a:pPr>
            <a:r>
              <a:rPr lang="en-US" sz="1500">
                <a:solidFill>
                  <a:schemeClr val="dk1"/>
                </a:solidFill>
              </a:rPr>
              <a:t>Built a user-friendly </a:t>
            </a:r>
            <a:r>
              <a:rPr b="1" lang="en-US" sz="1500">
                <a:solidFill>
                  <a:schemeClr val="dk1"/>
                </a:solidFill>
              </a:rPr>
              <a:t>Streamlit web app</a:t>
            </a:r>
            <a:r>
              <a:rPr lang="en-US" sz="1500">
                <a:solidFill>
                  <a:schemeClr val="dk1"/>
                </a:solidFill>
              </a:rPr>
              <a:t>.</a:t>
            </a:r>
            <a:br>
              <a:rPr lang="en-US" sz="1500">
                <a:solidFill>
                  <a:schemeClr val="dk1"/>
                </a:solidFill>
              </a:rPr>
            </a:br>
            <a:endParaRPr sz="1500">
              <a:solidFill>
                <a:schemeClr val="dk1"/>
              </a:solidFill>
            </a:endParaRPr>
          </a:p>
          <a:p>
            <a:pPr indent="-323850" lvl="0" marL="457200" rtl="0" algn="l">
              <a:lnSpc>
                <a:spcPct val="60000"/>
              </a:lnSpc>
              <a:spcBef>
                <a:spcPts val="0"/>
              </a:spcBef>
              <a:spcAft>
                <a:spcPts val="0"/>
              </a:spcAft>
              <a:buClr>
                <a:schemeClr val="dk1"/>
              </a:buClr>
              <a:buSzPts val="1500"/>
              <a:buFont typeface="Arial"/>
              <a:buChar char="●"/>
            </a:pPr>
            <a:r>
              <a:rPr lang="en-US" sz="1500">
                <a:solidFill>
                  <a:schemeClr val="dk1"/>
                </a:solidFill>
              </a:rPr>
              <a:t>Took user inputs and displayed </a:t>
            </a:r>
            <a:r>
              <a:rPr b="1" lang="en-US" sz="1500">
                <a:solidFill>
                  <a:schemeClr val="dk1"/>
                </a:solidFill>
              </a:rPr>
              <a:t>live predictions</a:t>
            </a:r>
            <a:r>
              <a:rPr lang="en-US" sz="1500">
                <a:solidFill>
                  <a:schemeClr val="dk1"/>
                </a:solidFill>
              </a:rPr>
              <a:t>.</a:t>
            </a:r>
            <a:br>
              <a:rPr lang="en-US" sz="1500">
                <a:solidFill>
                  <a:schemeClr val="dk1"/>
                </a:solidFill>
              </a:rPr>
            </a:br>
            <a:endParaRPr sz="1500">
              <a:solidFill>
                <a:schemeClr val="dk1"/>
              </a:solidFill>
            </a:endParaRPr>
          </a:p>
          <a:p>
            <a:pPr indent="-323850" lvl="0" marL="457200" rtl="0" algn="l">
              <a:lnSpc>
                <a:spcPct val="60000"/>
              </a:lnSpc>
              <a:spcBef>
                <a:spcPts val="0"/>
              </a:spcBef>
              <a:spcAft>
                <a:spcPts val="0"/>
              </a:spcAft>
              <a:buClr>
                <a:schemeClr val="dk1"/>
              </a:buClr>
              <a:buSzPts val="1500"/>
              <a:buFont typeface="Arial"/>
              <a:buChar char="●"/>
            </a:pPr>
            <a:r>
              <a:rPr lang="en-US" sz="1500">
                <a:solidFill>
                  <a:schemeClr val="dk1"/>
                </a:solidFill>
              </a:rPr>
              <a:t>Integrated </a:t>
            </a:r>
            <a:r>
              <a:rPr b="1" lang="en-US" sz="1500">
                <a:solidFill>
                  <a:schemeClr val="dk1"/>
                </a:solidFill>
              </a:rPr>
              <a:t>bar graph</a:t>
            </a:r>
            <a:r>
              <a:rPr lang="en-US" sz="1500">
                <a:solidFill>
                  <a:schemeClr val="dk1"/>
                </a:solidFill>
              </a:rPr>
              <a:t> for confidence visualization.</a:t>
            </a:r>
            <a:endParaRPr sz="1500">
              <a:solidFill>
                <a:schemeClr val="dk1"/>
              </a:solidFill>
            </a:endParaRPr>
          </a:p>
          <a:p>
            <a:pPr indent="0" lvl="0" marL="0" rtl="0" algn="l">
              <a:lnSpc>
                <a:spcPct val="60000"/>
              </a:lnSpc>
              <a:spcBef>
                <a:spcPts val="0"/>
              </a:spcBef>
              <a:spcAft>
                <a:spcPts val="0"/>
              </a:spcAft>
              <a:buNone/>
            </a:pPr>
            <a:r>
              <a:t/>
            </a:r>
            <a:endParaRPr b="1" sz="1300"/>
          </a:p>
          <a:p>
            <a:pPr indent="-262508" lvl="0" marL="305435" rtl="0" algn="l">
              <a:lnSpc>
                <a:spcPct val="60000"/>
              </a:lnSpc>
              <a:spcBef>
                <a:spcPts val="0"/>
              </a:spcBef>
              <a:spcAft>
                <a:spcPts val="0"/>
              </a:spcAft>
              <a:buSzPts val="1900"/>
              <a:buChar char="◼"/>
            </a:pPr>
            <a:r>
              <a:rPr b="1" lang="en-US" sz="1600"/>
              <a:t>Hosting</a:t>
            </a:r>
            <a:endParaRPr b="1" sz="1600"/>
          </a:p>
          <a:p>
            <a:pPr indent="0" lvl="0" marL="0" rtl="0" algn="l">
              <a:lnSpc>
                <a:spcPct val="60000"/>
              </a:lnSpc>
              <a:spcBef>
                <a:spcPts val="0"/>
              </a:spcBef>
              <a:spcAft>
                <a:spcPts val="0"/>
              </a:spcAft>
              <a:buNone/>
            </a:pPr>
            <a:r>
              <a:t/>
            </a:r>
            <a:endParaRPr b="1" sz="1300"/>
          </a:p>
          <a:p>
            <a:pPr indent="-323850" lvl="0" marL="457200" rtl="0" algn="l">
              <a:lnSpc>
                <a:spcPct val="60000"/>
              </a:lnSpc>
              <a:spcBef>
                <a:spcPts val="0"/>
              </a:spcBef>
              <a:spcAft>
                <a:spcPts val="0"/>
              </a:spcAft>
              <a:buClr>
                <a:schemeClr val="dk1"/>
              </a:buClr>
              <a:buSzPts val="1500"/>
              <a:buChar char="●"/>
            </a:pPr>
            <a:r>
              <a:rPr lang="en-US" sz="1500">
                <a:solidFill>
                  <a:schemeClr val="dk1"/>
                </a:solidFill>
              </a:rPr>
              <a:t>Deployed app on a </a:t>
            </a:r>
            <a:r>
              <a:rPr b="1" lang="en-US" sz="1500">
                <a:solidFill>
                  <a:schemeClr val="dk1"/>
                </a:solidFill>
              </a:rPr>
              <a:t>cloud platform</a:t>
            </a:r>
            <a:r>
              <a:rPr lang="en-US" sz="1500">
                <a:solidFill>
                  <a:schemeClr val="dk1"/>
                </a:solidFill>
              </a:rPr>
              <a:t> for public access (e.g., Streamlit Cloud).</a:t>
            </a:r>
            <a:endParaRPr b="1" sz="15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18"/>
          <p:cNvSpPr txBox="1"/>
          <p:nvPr>
            <p:ph type="title"/>
          </p:nvPr>
        </p:nvSpPr>
        <p:spPr>
          <a:xfrm>
            <a:off x="581192" y="702156"/>
            <a:ext cx="11029616" cy="530296"/>
          </a:xfrm>
          <a:prstGeom prst="rect">
            <a:avLst/>
          </a:prstGeom>
          <a:noFill/>
          <a:ln>
            <a:noFill/>
          </a:ln>
        </p:spPr>
        <p:txBody>
          <a:bodyPr anchorCtr="0" anchor="b" bIns="45700" lIns="91425" spcFirstLastPara="1" rIns="91425" wrap="square" tIns="45700">
            <a:normAutofit fontScale="90000"/>
          </a:bodyPr>
          <a:lstStyle/>
          <a:p>
            <a:pPr indent="0" lvl="0" marL="0" rtl="0" algn="l">
              <a:lnSpc>
                <a:spcPct val="100000"/>
              </a:lnSpc>
              <a:spcBef>
                <a:spcPts val="0"/>
              </a:spcBef>
              <a:spcAft>
                <a:spcPts val="0"/>
              </a:spcAft>
              <a:buClr>
                <a:schemeClr val="accent1"/>
              </a:buClr>
              <a:buSzPct val="100000"/>
              <a:buFont typeface="Arial"/>
              <a:buNone/>
            </a:pPr>
            <a:r>
              <a:rPr b="1" lang="en-US" sz="4400">
                <a:solidFill>
                  <a:schemeClr val="accent1"/>
                </a:solidFill>
                <a:latin typeface="Arial"/>
                <a:ea typeface="Arial"/>
                <a:cs typeface="Arial"/>
                <a:sym typeface="Arial"/>
              </a:rPr>
              <a:t>RESULT</a:t>
            </a:r>
            <a:endParaRPr/>
          </a:p>
        </p:txBody>
      </p:sp>
      <p:sp>
        <p:nvSpPr>
          <p:cNvPr id="128" name="Google Shape;128;p18"/>
          <p:cNvSpPr txBox="1"/>
          <p:nvPr>
            <p:ph idx="1" type="body"/>
          </p:nvPr>
        </p:nvSpPr>
        <p:spPr>
          <a:xfrm>
            <a:off x="581200" y="1302025"/>
            <a:ext cx="11029500" cy="5057100"/>
          </a:xfrm>
          <a:prstGeom prst="rect">
            <a:avLst/>
          </a:prstGeom>
          <a:noFill/>
          <a:ln>
            <a:noFill/>
          </a:ln>
        </p:spPr>
        <p:txBody>
          <a:bodyPr anchorCtr="0" anchor="ctr" bIns="45700" lIns="91425" spcFirstLastPara="1" rIns="91425" wrap="square" tIns="45700">
            <a:normAutofit fontScale="47500" lnSpcReduction="20000"/>
          </a:bodyPr>
          <a:lstStyle/>
          <a:p>
            <a:pPr indent="-244957" lvl="0" marL="305435" rtl="0" algn="l">
              <a:lnSpc>
                <a:spcPct val="110000"/>
              </a:lnSpc>
              <a:spcBef>
                <a:spcPts val="0"/>
              </a:spcBef>
              <a:spcAft>
                <a:spcPts val="0"/>
              </a:spcAft>
              <a:buSzPct val="93849"/>
              <a:buChar char="◼"/>
            </a:pPr>
            <a:r>
              <a:rPr b="1" lang="en-US" sz="3642"/>
              <a:t>S</a:t>
            </a:r>
            <a:r>
              <a:rPr b="1" lang="en-US" sz="3642"/>
              <a:t>creen snaps of the code and output</a:t>
            </a:r>
            <a:endParaRPr b="1" sz="3642"/>
          </a:p>
          <a:p>
            <a:pPr indent="0" lvl="0" marL="0" rtl="0" algn="l">
              <a:lnSpc>
                <a:spcPct val="110000"/>
              </a:lnSpc>
              <a:spcBef>
                <a:spcPts val="0"/>
              </a:spcBef>
              <a:spcAft>
                <a:spcPts val="0"/>
              </a:spcAft>
              <a:buNone/>
            </a:pPr>
            <a:r>
              <a:t/>
            </a:r>
            <a:endParaRPr b="1" sz="2800"/>
          </a:p>
          <a:p>
            <a:pPr indent="0" lvl="0" marL="0" rtl="0" algn="l">
              <a:lnSpc>
                <a:spcPct val="110000"/>
              </a:lnSpc>
              <a:spcBef>
                <a:spcPts val="0"/>
              </a:spcBef>
              <a:spcAft>
                <a:spcPts val="0"/>
              </a:spcAft>
              <a:buNone/>
            </a:pPr>
            <a:r>
              <a:t/>
            </a:r>
            <a:endParaRPr b="1" sz="2800"/>
          </a:p>
          <a:p>
            <a:pPr indent="0" lvl="0" marL="0" rtl="0" algn="l">
              <a:lnSpc>
                <a:spcPct val="110000"/>
              </a:lnSpc>
              <a:spcBef>
                <a:spcPts val="0"/>
              </a:spcBef>
              <a:spcAft>
                <a:spcPts val="0"/>
              </a:spcAft>
              <a:buNone/>
            </a:pPr>
            <a:r>
              <a:t/>
            </a:r>
            <a:endParaRPr b="1" sz="2800"/>
          </a:p>
          <a:p>
            <a:pPr indent="0" lvl="0" marL="0" rtl="0" algn="l">
              <a:lnSpc>
                <a:spcPct val="110000"/>
              </a:lnSpc>
              <a:spcBef>
                <a:spcPts val="0"/>
              </a:spcBef>
              <a:spcAft>
                <a:spcPts val="0"/>
              </a:spcAft>
              <a:buNone/>
            </a:pPr>
            <a:r>
              <a:t/>
            </a:r>
            <a:endParaRPr b="1" sz="2800"/>
          </a:p>
          <a:p>
            <a:pPr indent="0" lvl="0" marL="0" rtl="0" algn="l">
              <a:lnSpc>
                <a:spcPct val="110000"/>
              </a:lnSpc>
              <a:spcBef>
                <a:spcPts val="0"/>
              </a:spcBef>
              <a:spcAft>
                <a:spcPts val="0"/>
              </a:spcAft>
              <a:buNone/>
            </a:pPr>
            <a:r>
              <a:t/>
            </a:r>
            <a:endParaRPr b="1" sz="2800"/>
          </a:p>
          <a:p>
            <a:pPr indent="0" lvl="0" marL="0" rtl="0" algn="l">
              <a:lnSpc>
                <a:spcPct val="110000"/>
              </a:lnSpc>
              <a:spcBef>
                <a:spcPts val="0"/>
              </a:spcBef>
              <a:spcAft>
                <a:spcPts val="0"/>
              </a:spcAft>
              <a:buNone/>
            </a:pPr>
            <a:r>
              <a:t/>
            </a:r>
            <a:endParaRPr b="1" sz="2800"/>
          </a:p>
          <a:p>
            <a:pPr indent="0" lvl="0" marL="0" rtl="0" algn="l">
              <a:lnSpc>
                <a:spcPct val="110000"/>
              </a:lnSpc>
              <a:spcBef>
                <a:spcPts val="0"/>
              </a:spcBef>
              <a:spcAft>
                <a:spcPts val="0"/>
              </a:spcAft>
              <a:buNone/>
            </a:pPr>
            <a:r>
              <a:t/>
            </a:r>
            <a:endParaRPr b="1" sz="2800"/>
          </a:p>
          <a:p>
            <a:pPr indent="0" lvl="0" marL="0" rtl="0" algn="l">
              <a:lnSpc>
                <a:spcPct val="110000"/>
              </a:lnSpc>
              <a:spcBef>
                <a:spcPts val="0"/>
              </a:spcBef>
              <a:spcAft>
                <a:spcPts val="0"/>
              </a:spcAft>
              <a:buNone/>
            </a:pPr>
            <a:r>
              <a:t/>
            </a:r>
            <a:endParaRPr b="1" sz="2800"/>
          </a:p>
          <a:p>
            <a:pPr indent="0" lvl="0" marL="0" rtl="0" algn="l">
              <a:lnSpc>
                <a:spcPct val="110000"/>
              </a:lnSpc>
              <a:spcBef>
                <a:spcPts val="0"/>
              </a:spcBef>
              <a:spcAft>
                <a:spcPts val="0"/>
              </a:spcAft>
              <a:buNone/>
            </a:pPr>
            <a:r>
              <a:t/>
            </a:r>
            <a:endParaRPr b="1" sz="2800"/>
          </a:p>
          <a:p>
            <a:pPr indent="0" lvl="0" marL="0" rtl="0" algn="l">
              <a:lnSpc>
                <a:spcPct val="110000"/>
              </a:lnSpc>
              <a:spcBef>
                <a:spcPts val="0"/>
              </a:spcBef>
              <a:spcAft>
                <a:spcPts val="0"/>
              </a:spcAft>
              <a:buNone/>
            </a:pPr>
            <a:r>
              <a:t/>
            </a:r>
            <a:endParaRPr b="1" sz="2800"/>
          </a:p>
          <a:p>
            <a:pPr indent="0" lvl="0" marL="0" rtl="0" algn="l">
              <a:lnSpc>
                <a:spcPct val="110000"/>
              </a:lnSpc>
              <a:spcBef>
                <a:spcPts val="0"/>
              </a:spcBef>
              <a:spcAft>
                <a:spcPts val="0"/>
              </a:spcAft>
              <a:buNone/>
            </a:pPr>
            <a:r>
              <a:t/>
            </a:r>
            <a:endParaRPr b="1" sz="2800"/>
          </a:p>
          <a:p>
            <a:pPr indent="0" lvl="0" marL="0" rtl="0" algn="l">
              <a:lnSpc>
                <a:spcPct val="110000"/>
              </a:lnSpc>
              <a:spcBef>
                <a:spcPts val="0"/>
              </a:spcBef>
              <a:spcAft>
                <a:spcPts val="0"/>
              </a:spcAft>
              <a:buNone/>
            </a:pPr>
            <a:r>
              <a:t/>
            </a:r>
            <a:endParaRPr b="1" sz="2800"/>
          </a:p>
          <a:p>
            <a:pPr indent="0" lvl="0" marL="0" rtl="0" algn="l">
              <a:lnSpc>
                <a:spcPct val="110000"/>
              </a:lnSpc>
              <a:spcBef>
                <a:spcPts val="0"/>
              </a:spcBef>
              <a:spcAft>
                <a:spcPts val="0"/>
              </a:spcAft>
              <a:buNone/>
            </a:pPr>
            <a:r>
              <a:t/>
            </a:r>
            <a:endParaRPr b="1" sz="2800"/>
          </a:p>
          <a:p>
            <a:pPr indent="0" lvl="0" marL="0" rtl="0" algn="l">
              <a:lnSpc>
                <a:spcPct val="110000"/>
              </a:lnSpc>
              <a:spcBef>
                <a:spcPts val="0"/>
              </a:spcBef>
              <a:spcAft>
                <a:spcPts val="0"/>
              </a:spcAft>
              <a:buNone/>
            </a:pPr>
            <a:r>
              <a:t/>
            </a:r>
            <a:endParaRPr b="1" sz="2800"/>
          </a:p>
          <a:p>
            <a:pPr indent="0" lvl="0" marL="0" rtl="0" algn="l">
              <a:lnSpc>
                <a:spcPct val="110000"/>
              </a:lnSpc>
              <a:spcBef>
                <a:spcPts val="0"/>
              </a:spcBef>
              <a:spcAft>
                <a:spcPts val="0"/>
              </a:spcAft>
              <a:buNone/>
            </a:pPr>
            <a:r>
              <a:t/>
            </a:r>
            <a:endParaRPr b="1" sz="2800"/>
          </a:p>
          <a:p>
            <a:pPr indent="0" lvl="0" marL="0" rtl="0" algn="l">
              <a:lnSpc>
                <a:spcPct val="110000"/>
              </a:lnSpc>
              <a:spcBef>
                <a:spcPts val="1160"/>
              </a:spcBef>
              <a:spcAft>
                <a:spcPts val="0"/>
              </a:spcAft>
              <a:buNone/>
            </a:pPr>
            <a:r>
              <a:t/>
            </a:r>
            <a:endParaRPr b="1" sz="2800"/>
          </a:p>
          <a:p>
            <a:pPr indent="0" lvl="0" marL="0" rtl="0" algn="l">
              <a:lnSpc>
                <a:spcPct val="110000"/>
              </a:lnSpc>
              <a:spcBef>
                <a:spcPts val="1160"/>
              </a:spcBef>
              <a:spcAft>
                <a:spcPts val="0"/>
              </a:spcAft>
              <a:buNone/>
            </a:pPr>
            <a:r>
              <a:t/>
            </a:r>
            <a:endParaRPr b="1" sz="2800"/>
          </a:p>
          <a:p>
            <a:pPr indent="0" lvl="0" marL="0" rtl="0" algn="l">
              <a:lnSpc>
                <a:spcPct val="110000"/>
              </a:lnSpc>
              <a:spcBef>
                <a:spcPts val="1160"/>
              </a:spcBef>
              <a:spcAft>
                <a:spcPts val="0"/>
              </a:spcAft>
              <a:buNone/>
            </a:pPr>
            <a:r>
              <a:t/>
            </a:r>
            <a:endParaRPr b="1" sz="2800"/>
          </a:p>
          <a:p>
            <a:pPr indent="0" lvl="0" marL="0" rtl="0" algn="l">
              <a:lnSpc>
                <a:spcPct val="110000"/>
              </a:lnSpc>
              <a:spcBef>
                <a:spcPts val="1160"/>
              </a:spcBef>
              <a:spcAft>
                <a:spcPts val="0"/>
              </a:spcAft>
              <a:buNone/>
            </a:pPr>
            <a:r>
              <a:t/>
            </a:r>
            <a:endParaRPr b="1" sz="2800"/>
          </a:p>
          <a:p>
            <a:pPr indent="0" lvl="0" marL="0" rtl="0" algn="l">
              <a:lnSpc>
                <a:spcPct val="110000"/>
              </a:lnSpc>
              <a:spcBef>
                <a:spcPts val="1160"/>
              </a:spcBef>
              <a:spcAft>
                <a:spcPts val="0"/>
              </a:spcAft>
              <a:buNone/>
            </a:pPr>
            <a:r>
              <a:t/>
            </a:r>
            <a:endParaRPr b="1" sz="2800"/>
          </a:p>
          <a:p>
            <a:pPr indent="0" lvl="0" marL="0" rtl="0" algn="l">
              <a:lnSpc>
                <a:spcPct val="110000"/>
              </a:lnSpc>
              <a:spcBef>
                <a:spcPts val="1160"/>
              </a:spcBef>
              <a:spcAft>
                <a:spcPts val="0"/>
              </a:spcAft>
              <a:buNone/>
            </a:pPr>
            <a:r>
              <a:t/>
            </a:r>
            <a:endParaRPr b="1" sz="2800"/>
          </a:p>
        </p:txBody>
      </p:sp>
      <p:pic>
        <p:nvPicPr>
          <p:cNvPr id="129" name="Google Shape;129;p18" title="Screenshot (893).png"/>
          <p:cNvPicPr preferRelativeResize="0"/>
          <p:nvPr/>
        </p:nvPicPr>
        <p:blipFill rotWithShape="1">
          <a:blip r:embed="rId3">
            <a:alphaModFix/>
          </a:blip>
          <a:srcRect b="4961" l="0" r="0" t="0"/>
          <a:stretch/>
        </p:blipFill>
        <p:spPr>
          <a:xfrm>
            <a:off x="1292550" y="1733125"/>
            <a:ext cx="4565501" cy="2279329"/>
          </a:xfrm>
          <a:prstGeom prst="rect">
            <a:avLst/>
          </a:prstGeom>
          <a:noFill/>
          <a:ln>
            <a:noFill/>
          </a:ln>
        </p:spPr>
      </p:pic>
      <p:pic>
        <p:nvPicPr>
          <p:cNvPr id="130" name="Google Shape;130;p18" title="Screenshot (894).png"/>
          <p:cNvPicPr preferRelativeResize="0"/>
          <p:nvPr/>
        </p:nvPicPr>
        <p:blipFill rotWithShape="1">
          <a:blip r:embed="rId4">
            <a:alphaModFix/>
          </a:blip>
          <a:srcRect b="4961" l="0" r="0" t="0"/>
          <a:stretch/>
        </p:blipFill>
        <p:spPr>
          <a:xfrm>
            <a:off x="6399975" y="1733125"/>
            <a:ext cx="4263725" cy="2279324"/>
          </a:xfrm>
          <a:prstGeom prst="rect">
            <a:avLst/>
          </a:prstGeom>
          <a:noFill/>
          <a:ln>
            <a:noFill/>
          </a:ln>
        </p:spPr>
      </p:pic>
      <p:pic>
        <p:nvPicPr>
          <p:cNvPr id="131" name="Google Shape;131;p18" title="Screenshot (895).png"/>
          <p:cNvPicPr preferRelativeResize="0"/>
          <p:nvPr/>
        </p:nvPicPr>
        <p:blipFill rotWithShape="1">
          <a:blip r:embed="rId5">
            <a:alphaModFix/>
          </a:blip>
          <a:srcRect b="6006" l="0" r="0" t="0"/>
          <a:stretch/>
        </p:blipFill>
        <p:spPr>
          <a:xfrm>
            <a:off x="1292550" y="4183300"/>
            <a:ext cx="4565501" cy="2254400"/>
          </a:xfrm>
          <a:prstGeom prst="rect">
            <a:avLst/>
          </a:prstGeom>
          <a:noFill/>
          <a:ln>
            <a:noFill/>
          </a:ln>
        </p:spPr>
      </p:pic>
      <p:pic>
        <p:nvPicPr>
          <p:cNvPr id="132" name="Google Shape;132;p18" title="Screenshot (896).png"/>
          <p:cNvPicPr preferRelativeResize="0"/>
          <p:nvPr/>
        </p:nvPicPr>
        <p:blipFill rotWithShape="1">
          <a:blip r:embed="rId6">
            <a:alphaModFix/>
          </a:blip>
          <a:srcRect b="5864" l="0" r="0" t="0"/>
          <a:stretch/>
        </p:blipFill>
        <p:spPr>
          <a:xfrm>
            <a:off x="6399975" y="4177724"/>
            <a:ext cx="4263725" cy="22576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9"/>
          <p:cNvSpPr txBox="1"/>
          <p:nvPr>
            <p:ph idx="1" type="body"/>
          </p:nvPr>
        </p:nvSpPr>
        <p:spPr>
          <a:xfrm>
            <a:off x="581250" y="5368350"/>
            <a:ext cx="11029500" cy="1218000"/>
          </a:xfrm>
          <a:prstGeom prst="rect">
            <a:avLst/>
          </a:prstGeom>
        </p:spPr>
        <p:txBody>
          <a:bodyPr anchorCtr="0" anchor="ctr" bIns="45700" lIns="91425" spcFirstLastPara="1" rIns="91425" wrap="square" tIns="45700">
            <a:normAutofit fontScale="25000" lnSpcReduction="20000"/>
          </a:bodyPr>
          <a:lstStyle/>
          <a:p>
            <a:pPr indent="-237108" lvl="0" marL="305435" rtl="0" algn="l">
              <a:spcBef>
                <a:spcPts val="1160"/>
              </a:spcBef>
              <a:spcAft>
                <a:spcPts val="0"/>
              </a:spcAft>
              <a:buSzPct val="100000"/>
              <a:buChar char="◼"/>
            </a:pPr>
            <a:r>
              <a:rPr b="1" lang="en-US" sz="6000"/>
              <a:t>Github link</a:t>
            </a:r>
            <a:endParaRPr sz="6000"/>
          </a:p>
          <a:p>
            <a:pPr indent="0" lvl="0" marL="0" rtl="0" algn="l">
              <a:spcBef>
                <a:spcPts val="1160"/>
              </a:spcBef>
              <a:spcAft>
                <a:spcPts val="0"/>
              </a:spcAft>
              <a:buClr>
                <a:schemeClr val="dk1"/>
              </a:buClr>
              <a:buSzPts val="275"/>
              <a:buFont typeface="Arial"/>
              <a:buNone/>
            </a:pPr>
            <a:r>
              <a:rPr lang="en-US" sz="6000" u="sng">
                <a:solidFill>
                  <a:schemeClr val="hlink"/>
                </a:solidFill>
                <a:hlinkClick r:id="rId3"/>
              </a:rPr>
              <a:t>https://github.com/bindhu0404/IBM---EmployeeSalaryPrediction</a:t>
            </a:r>
            <a:endParaRPr sz="6000"/>
          </a:p>
          <a:p>
            <a:pPr indent="-237108" lvl="0" marL="305435" rtl="0" algn="l">
              <a:spcBef>
                <a:spcPts val="1160"/>
              </a:spcBef>
              <a:spcAft>
                <a:spcPts val="0"/>
              </a:spcAft>
              <a:buSzPct val="100000"/>
              <a:buChar char="◼"/>
            </a:pPr>
            <a:r>
              <a:rPr b="1" lang="en-US" sz="6000"/>
              <a:t>Live Demo</a:t>
            </a:r>
            <a:endParaRPr sz="6000"/>
          </a:p>
          <a:p>
            <a:pPr indent="0" lvl="0" marL="0" rtl="0" algn="l">
              <a:spcBef>
                <a:spcPts val="1160"/>
              </a:spcBef>
              <a:spcAft>
                <a:spcPts val="0"/>
              </a:spcAft>
              <a:buClr>
                <a:schemeClr val="dk1"/>
              </a:buClr>
              <a:buSzPts val="275"/>
              <a:buFont typeface="Arial"/>
              <a:buNone/>
            </a:pPr>
            <a:r>
              <a:rPr lang="en-US" sz="6000" u="sng">
                <a:solidFill>
                  <a:schemeClr val="hlink"/>
                </a:solidFill>
                <a:hlinkClick r:id="rId4"/>
              </a:rPr>
              <a:t>https://ibm---employeesalaryprediction-vgvey7sp2kwrxxutgjrowy.streamlit.app/</a:t>
            </a:r>
            <a:endParaRPr sz="6000"/>
          </a:p>
          <a:p>
            <a:pPr indent="0" lvl="0" marL="0" rtl="0" algn="l">
              <a:spcBef>
                <a:spcPts val="1160"/>
              </a:spcBef>
              <a:spcAft>
                <a:spcPts val="0"/>
              </a:spcAft>
              <a:buClr>
                <a:schemeClr val="dk1"/>
              </a:buClr>
              <a:buSzPct val="64705"/>
              <a:buFont typeface="Arial"/>
              <a:buNone/>
            </a:pPr>
            <a:r>
              <a:t/>
            </a:r>
            <a:endParaRPr/>
          </a:p>
        </p:txBody>
      </p:sp>
      <p:pic>
        <p:nvPicPr>
          <p:cNvPr id="139" name="Google Shape;139;p19" title="Screenshot (901).png"/>
          <p:cNvPicPr preferRelativeResize="0"/>
          <p:nvPr/>
        </p:nvPicPr>
        <p:blipFill>
          <a:blip r:embed="rId5">
            <a:alphaModFix/>
          </a:blip>
          <a:stretch>
            <a:fillRect/>
          </a:stretch>
        </p:blipFill>
        <p:spPr>
          <a:xfrm>
            <a:off x="1301275" y="800325"/>
            <a:ext cx="4347826" cy="2133150"/>
          </a:xfrm>
          <a:prstGeom prst="rect">
            <a:avLst/>
          </a:prstGeom>
          <a:noFill/>
          <a:ln>
            <a:noFill/>
          </a:ln>
        </p:spPr>
      </p:pic>
      <p:pic>
        <p:nvPicPr>
          <p:cNvPr id="140" name="Google Shape;140;p19" title="Screenshot (902).png"/>
          <p:cNvPicPr preferRelativeResize="0"/>
          <p:nvPr/>
        </p:nvPicPr>
        <p:blipFill>
          <a:blip r:embed="rId6">
            <a:alphaModFix/>
          </a:blip>
          <a:stretch>
            <a:fillRect/>
          </a:stretch>
        </p:blipFill>
        <p:spPr>
          <a:xfrm>
            <a:off x="6239325" y="800323"/>
            <a:ext cx="4266302" cy="2133151"/>
          </a:xfrm>
          <a:prstGeom prst="rect">
            <a:avLst/>
          </a:prstGeom>
          <a:noFill/>
          <a:ln>
            <a:noFill/>
          </a:ln>
        </p:spPr>
      </p:pic>
      <p:pic>
        <p:nvPicPr>
          <p:cNvPr id="141" name="Google Shape;141;p19" title="Screenshot (903).png"/>
          <p:cNvPicPr preferRelativeResize="0"/>
          <p:nvPr/>
        </p:nvPicPr>
        <p:blipFill>
          <a:blip r:embed="rId7">
            <a:alphaModFix/>
          </a:blip>
          <a:stretch>
            <a:fillRect/>
          </a:stretch>
        </p:blipFill>
        <p:spPr>
          <a:xfrm>
            <a:off x="1675625" y="3087550"/>
            <a:ext cx="3973483" cy="1974324"/>
          </a:xfrm>
          <a:prstGeom prst="rect">
            <a:avLst/>
          </a:prstGeom>
          <a:noFill/>
          <a:ln>
            <a:noFill/>
          </a:ln>
        </p:spPr>
      </p:pic>
      <p:pic>
        <p:nvPicPr>
          <p:cNvPr id="142" name="Google Shape;142;p19" title="Screenshot (904).png"/>
          <p:cNvPicPr preferRelativeResize="0"/>
          <p:nvPr/>
        </p:nvPicPr>
        <p:blipFill>
          <a:blip r:embed="rId8">
            <a:alphaModFix/>
          </a:blip>
          <a:stretch>
            <a:fillRect/>
          </a:stretch>
        </p:blipFill>
        <p:spPr>
          <a:xfrm>
            <a:off x="6239319" y="3098747"/>
            <a:ext cx="3928406" cy="195192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0"/>
          <p:cNvSpPr txBox="1"/>
          <p:nvPr>
            <p:ph type="title"/>
          </p:nvPr>
        </p:nvSpPr>
        <p:spPr>
          <a:xfrm>
            <a:off x="581192" y="702156"/>
            <a:ext cx="11029616" cy="530296"/>
          </a:xfrm>
          <a:prstGeom prst="rect">
            <a:avLst/>
          </a:prstGeom>
          <a:noFill/>
          <a:ln>
            <a:noFill/>
          </a:ln>
        </p:spPr>
        <p:txBody>
          <a:bodyPr anchorCtr="0" anchor="b" bIns="45700" lIns="91425" spcFirstLastPara="1" rIns="91425" wrap="square" tIns="45700">
            <a:normAutofit fontScale="90000"/>
          </a:bodyPr>
          <a:lstStyle/>
          <a:p>
            <a:pPr indent="0" lvl="0" marL="0" rtl="0" algn="l">
              <a:lnSpc>
                <a:spcPct val="100000"/>
              </a:lnSpc>
              <a:spcBef>
                <a:spcPts val="0"/>
              </a:spcBef>
              <a:spcAft>
                <a:spcPts val="0"/>
              </a:spcAft>
              <a:buClr>
                <a:schemeClr val="accent1"/>
              </a:buClr>
              <a:buSzPct val="100000"/>
              <a:buFont typeface="Arial"/>
              <a:buNone/>
            </a:pPr>
            <a:r>
              <a:rPr b="1" lang="en-US" sz="4400">
                <a:solidFill>
                  <a:schemeClr val="accent1"/>
                </a:solidFill>
                <a:latin typeface="Arial"/>
                <a:ea typeface="Arial"/>
                <a:cs typeface="Arial"/>
                <a:sym typeface="Arial"/>
              </a:rPr>
              <a:t>CONCLUSION</a:t>
            </a:r>
            <a:endParaRPr/>
          </a:p>
        </p:txBody>
      </p:sp>
      <p:sp>
        <p:nvSpPr>
          <p:cNvPr id="148" name="Google Shape;148;p20"/>
          <p:cNvSpPr txBox="1"/>
          <p:nvPr>
            <p:ph idx="1" type="body"/>
          </p:nvPr>
        </p:nvSpPr>
        <p:spPr>
          <a:xfrm>
            <a:off x="581192" y="1549676"/>
            <a:ext cx="11029500" cy="4673400"/>
          </a:xfrm>
          <a:prstGeom prst="rect">
            <a:avLst/>
          </a:prstGeom>
          <a:noFill/>
          <a:ln>
            <a:noFill/>
          </a:ln>
        </p:spPr>
        <p:txBody>
          <a:bodyPr anchorCtr="0" anchor="ctr" bIns="45700" lIns="91425" spcFirstLastPara="1" rIns="91425" wrap="square" tIns="45700">
            <a:normAutofit fontScale="85000" lnSpcReduction="20000"/>
          </a:bodyPr>
          <a:lstStyle/>
          <a:p>
            <a:pPr indent="-351974" lvl="0" marL="306000" rtl="0" algn="l">
              <a:spcBef>
                <a:spcPts val="0"/>
              </a:spcBef>
              <a:spcAft>
                <a:spcPts val="0"/>
              </a:spcAft>
              <a:buSzPct val="100000"/>
              <a:buChar char="◼"/>
            </a:pPr>
            <a:r>
              <a:rPr lang="en-US" sz="2800">
                <a:solidFill>
                  <a:srgbClr val="0F0F0F"/>
                </a:solidFill>
              </a:rPr>
              <a:t>Developed a web-based income prediction system using Random Forest Classifier.</a:t>
            </a:r>
            <a:br>
              <a:rPr lang="en-US" sz="2800">
                <a:solidFill>
                  <a:srgbClr val="0F0F0F"/>
                </a:solidFill>
              </a:rPr>
            </a:br>
            <a:endParaRPr sz="2800">
              <a:solidFill>
                <a:srgbClr val="0F0F0F"/>
              </a:solidFill>
            </a:endParaRPr>
          </a:p>
          <a:p>
            <a:pPr indent="-351974" lvl="0" marL="306000" rtl="0" algn="l">
              <a:spcBef>
                <a:spcPts val="0"/>
              </a:spcBef>
              <a:spcAft>
                <a:spcPts val="0"/>
              </a:spcAft>
              <a:buSzPct val="100000"/>
              <a:buChar char="◼"/>
            </a:pPr>
            <a:r>
              <a:rPr lang="en-US" sz="2800">
                <a:solidFill>
                  <a:srgbClr val="0F0F0F"/>
                </a:solidFill>
              </a:rPr>
              <a:t>Accurately classifies individuals into income categories based on demographic and work-related inputs.</a:t>
            </a:r>
            <a:br>
              <a:rPr lang="en-US" sz="2800">
                <a:solidFill>
                  <a:srgbClr val="0F0F0F"/>
                </a:solidFill>
              </a:rPr>
            </a:br>
            <a:endParaRPr sz="2800">
              <a:solidFill>
                <a:srgbClr val="0F0F0F"/>
              </a:solidFill>
            </a:endParaRPr>
          </a:p>
          <a:p>
            <a:pPr indent="-351974" lvl="0" marL="306000" rtl="0" algn="l">
              <a:spcBef>
                <a:spcPts val="0"/>
              </a:spcBef>
              <a:spcAft>
                <a:spcPts val="0"/>
              </a:spcAft>
              <a:buSzPct val="100000"/>
              <a:buChar char="◼"/>
            </a:pPr>
            <a:r>
              <a:rPr lang="en-US" sz="2800">
                <a:solidFill>
                  <a:srgbClr val="0F0F0F"/>
                </a:solidFill>
              </a:rPr>
              <a:t>Achieved reliable performance through proper data preprocessing and feature encoding.</a:t>
            </a:r>
            <a:br>
              <a:rPr lang="en-US" sz="2800">
                <a:solidFill>
                  <a:srgbClr val="0F0F0F"/>
                </a:solidFill>
              </a:rPr>
            </a:br>
            <a:endParaRPr sz="2800">
              <a:solidFill>
                <a:srgbClr val="0F0F0F"/>
              </a:solidFill>
            </a:endParaRPr>
          </a:p>
          <a:p>
            <a:pPr indent="-351974" lvl="0" marL="306000" rtl="0" algn="l">
              <a:spcBef>
                <a:spcPts val="0"/>
              </a:spcBef>
              <a:spcAft>
                <a:spcPts val="0"/>
              </a:spcAft>
              <a:buSzPct val="100000"/>
              <a:buChar char="◼"/>
            </a:pPr>
            <a:r>
              <a:rPr lang="en-US" sz="2800">
                <a:solidFill>
                  <a:srgbClr val="0F0F0F"/>
                </a:solidFill>
              </a:rPr>
              <a:t>Streamlit app provides a seamless interface with visual confidence feedback for predictions.</a:t>
            </a:r>
            <a:br>
              <a:rPr lang="en-US" sz="2800">
                <a:solidFill>
                  <a:srgbClr val="0F0F0F"/>
                </a:solidFill>
              </a:rPr>
            </a:br>
            <a:endParaRPr sz="2800">
              <a:solidFill>
                <a:srgbClr val="0F0F0F"/>
              </a:solidFill>
            </a:endParaRPr>
          </a:p>
          <a:p>
            <a:pPr indent="-351974" lvl="0" marL="306000" rtl="0" algn="l">
              <a:spcBef>
                <a:spcPts val="0"/>
              </a:spcBef>
              <a:spcAft>
                <a:spcPts val="0"/>
              </a:spcAft>
              <a:buSzPct val="100000"/>
              <a:buChar char="◼"/>
            </a:pPr>
            <a:r>
              <a:rPr lang="en-US" sz="2800">
                <a:solidFill>
                  <a:srgbClr val="0F0F0F"/>
                </a:solidFill>
              </a:rPr>
              <a:t>Future enhancements include deeper feature insights, expanded datasets, and model comparisons.</a:t>
            </a:r>
            <a:endParaRPr sz="28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1"/>
          <p:cNvSpPr txBox="1"/>
          <p:nvPr>
            <p:ph idx="1" type="body"/>
          </p:nvPr>
        </p:nvSpPr>
        <p:spPr>
          <a:xfrm>
            <a:off x="581192" y="1511576"/>
            <a:ext cx="11029500" cy="4673400"/>
          </a:xfrm>
          <a:prstGeom prst="rect">
            <a:avLst/>
          </a:prstGeom>
          <a:noFill/>
          <a:ln>
            <a:noFill/>
          </a:ln>
        </p:spPr>
        <p:txBody>
          <a:bodyPr anchorCtr="0" anchor="ctr" bIns="45700" lIns="91425" spcFirstLastPara="1" rIns="91425" wrap="square" tIns="45700">
            <a:normAutofit fontScale="85000" lnSpcReduction="20000"/>
          </a:bodyPr>
          <a:lstStyle/>
          <a:p>
            <a:pPr indent="-368166" lvl="0" marL="306000" rtl="0" algn="l">
              <a:spcBef>
                <a:spcPts val="1160"/>
              </a:spcBef>
              <a:spcAft>
                <a:spcPts val="0"/>
              </a:spcAft>
              <a:buSzPct val="103184"/>
              <a:buChar char="◼"/>
            </a:pPr>
            <a:r>
              <a:rPr b="1" lang="en-US" sz="3004">
                <a:solidFill>
                  <a:schemeClr val="dk1"/>
                </a:solidFill>
              </a:rPr>
              <a:t>Integration with Real-time HR Systems</a:t>
            </a:r>
            <a:br>
              <a:rPr b="1" lang="en-US" sz="3004">
                <a:solidFill>
                  <a:schemeClr val="dk1"/>
                </a:solidFill>
              </a:rPr>
            </a:br>
            <a:r>
              <a:rPr lang="en-US" sz="2617">
                <a:solidFill>
                  <a:schemeClr val="dk1"/>
                </a:solidFill>
              </a:rPr>
              <a:t>Connect the prediction model with live HR databases or enterprise software to auto-fetch employee data and provide instant salary insights at scale.</a:t>
            </a:r>
            <a:br>
              <a:rPr lang="en-US" sz="3004">
                <a:solidFill>
                  <a:schemeClr val="dk1"/>
                </a:solidFill>
              </a:rPr>
            </a:br>
            <a:endParaRPr sz="3004">
              <a:solidFill>
                <a:schemeClr val="dk1"/>
              </a:solidFill>
            </a:endParaRPr>
          </a:p>
          <a:p>
            <a:pPr indent="-368166" lvl="0" marL="306000" rtl="0" algn="l">
              <a:spcBef>
                <a:spcPts val="1160"/>
              </a:spcBef>
              <a:spcAft>
                <a:spcPts val="0"/>
              </a:spcAft>
              <a:buSzPct val="103184"/>
              <a:buChar char="◼"/>
            </a:pPr>
            <a:r>
              <a:rPr b="1" lang="en-US" sz="3004">
                <a:solidFill>
                  <a:schemeClr val="dk1"/>
                </a:solidFill>
              </a:rPr>
              <a:t>Explainable AI (XAI) Integration</a:t>
            </a:r>
            <a:br>
              <a:rPr b="1" lang="en-US" sz="3004">
                <a:solidFill>
                  <a:schemeClr val="dk1"/>
                </a:solidFill>
              </a:rPr>
            </a:br>
            <a:r>
              <a:rPr lang="en-US" sz="2617">
                <a:solidFill>
                  <a:schemeClr val="dk1"/>
                </a:solidFill>
              </a:rPr>
              <a:t>Implement explainability frameworks (like SHAP or LIME) to provide transparent reasons behind each prediction, aiding fairness and trust in compensation decisions.</a:t>
            </a:r>
            <a:br>
              <a:rPr lang="en-US" sz="3004">
                <a:solidFill>
                  <a:schemeClr val="dk1"/>
                </a:solidFill>
              </a:rPr>
            </a:br>
            <a:endParaRPr sz="3004">
              <a:solidFill>
                <a:schemeClr val="dk1"/>
              </a:solidFill>
            </a:endParaRPr>
          </a:p>
          <a:p>
            <a:pPr indent="-368166" lvl="0" marL="306000" rtl="0" algn="l">
              <a:spcBef>
                <a:spcPts val="1160"/>
              </a:spcBef>
              <a:spcAft>
                <a:spcPts val="0"/>
              </a:spcAft>
              <a:buSzPct val="103184"/>
              <a:buChar char="◼"/>
            </a:pPr>
            <a:r>
              <a:rPr b="1" lang="en-US" sz="3004">
                <a:solidFill>
                  <a:schemeClr val="dk1"/>
                </a:solidFill>
              </a:rPr>
              <a:t>Bias Detection and Fairness Audits</a:t>
            </a:r>
            <a:br>
              <a:rPr b="1" lang="en-US" sz="3004">
                <a:solidFill>
                  <a:schemeClr val="dk1"/>
                </a:solidFill>
              </a:rPr>
            </a:br>
            <a:r>
              <a:rPr lang="en-US" sz="2617">
                <a:solidFill>
                  <a:schemeClr val="dk1"/>
                </a:solidFill>
              </a:rPr>
              <a:t>Develop a bias evaluation module to identify and reduce socio-economic or demographic bias in predictions, ensuring ethical AI compliance in hiring or promotion decisions.</a:t>
            </a:r>
            <a:endParaRPr b="1" sz="2412"/>
          </a:p>
        </p:txBody>
      </p:sp>
      <p:sp>
        <p:nvSpPr>
          <p:cNvPr id="154" name="Google Shape;154;p21"/>
          <p:cNvSpPr txBox="1"/>
          <p:nvPr/>
        </p:nvSpPr>
        <p:spPr>
          <a:xfrm>
            <a:off x="535670" y="844659"/>
            <a:ext cx="11029500" cy="530400"/>
          </a:xfrm>
          <a:prstGeom prst="rect">
            <a:avLst/>
          </a:prstGeom>
          <a:noFill/>
          <a:ln>
            <a:noFill/>
          </a:ln>
        </p:spPr>
        <p:txBody>
          <a:bodyPr anchorCtr="0" anchor="b" bIns="45700" lIns="91425" spcFirstLastPara="1" rIns="91425" wrap="square" tIns="45700">
            <a:normAutofit fontScale="77500" lnSpcReduction="20000"/>
          </a:bodyPr>
          <a:lstStyle/>
          <a:p>
            <a:pPr indent="0" lvl="0" marL="0" marR="0" rtl="0" algn="l">
              <a:lnSpc>
                <a:spcPct val="100000"/>
              </a:lnSpc>
              <a:spcBef>
                <a:spcPts val="0"/>
              </a:spcBef>
              <a:spcAft>
                <a:spcPts val="0"/>
              </a:spcAft>
              <a:buClr>
                <a:schemeClr val="accent1"/>
              </a:buClr>
              <a:buSzPct val="100000"/>
              <a:buFont typeface="Arial"/>
              <a:buNone/>
            </a:pPr>
            <a:r>
              <a:rPr b="1" lang="en-US" sz="4400" cap="none">
                <a:solidFill>
                  <a:schemeClr val="accent1"/>
                </a:solidFill>
                <a:latin typeface="Arial"/>
                <a:ea typeface="Arial"/>
                <a:cs typeface="Arial"/>
                <a:sym typeface="Arial"/>
              </a:rPr>
              <a:t>FUTURE SCOPE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2"/>
          <p:cNvSpPr txBox="1"/>
          <p:nvPr>
            <p:ph type="title"/>
          </p:nvPr>
        </p:nvSpPr>
        <p:spPr>
          <a:xfrm>
            <a:off x="581192" y="702156"/>
            <a:ext cx="11029616" cy="530296"/>
          </a:xfrm>
          <a:prstGeom prst="rect">
            <a:avLst/>
          </a:prstGeom>
          <a:noFill/>
          <a:ln>
            <a:noFill/>
          </a:ln>
        </p:spPr>
        <p:txBody>
          <a:bodyPr anchorCtr="0" anchor="b" bIns="45700" lIns="91425" spcFirstLastPara="1" rIns="91425" wrap="square" tIns="45700">
            <a:normAutofit fontScale="90000"/>
          </a:bodyPr>
          <a:lstStyle/>
          <a:p>
            <a:pPr indent="0" lvl="0" marL="0" rtl="0" algn="l">
              <a:lnSpc>
                <a:spcPct val="100000"/>
              </a:lnSpc>
              <a:spcBef>
                <a:spcPts val="0"/>
              </a:spcBef>
              <a:spcAft>
                <a:spcPts val="0"/>
              </a:spcAft>
              <a:buClr>
                <a:schemeClr val="accent1"/>
              </a:buClr>
              <a:buSzPct val="100000"/>
              <a:buFont typeface="Arial"/>
              <a:buNone/>
            </a:pPr>
            <a:r>
              <a:rPr b="1" lang="en-US" sz="4400">
                <a:solidFill>
                  <a:schemeClr val="accent1"/>
                </a:solidFill>
                <a:latin typeface="Arial"/>
                <a:ea typeface="Arial"/>
                <a:cs typeface="Arial"/>
                <a:sym typeface="Arial"/>
              </a:rPr>
              <a:t>REFERENCES</a:t>
            </a:r>
            <a:endParaRPr/>
          </a:p>
        </p:txBody>
      </p:sp>
      <p:sp>
        <p:nvSpPr>
          <p:cNvPr id="160" name="Google Shape;160;p22"/>
          <p:cNvSpPr txBox="1"/>
          <p:nvPr>
            <p:ph idx="1" type="body"/>
          </p:nvPr>
        </p:nvSpPr>
        <p:spPr>
          <a:xfrm>
            <a:off x="581192" y="1454426"/>
            <a:ext cx="11029500" cy="4673400"/>
          </a:xfrm>
          <a:prstGeom prst="rect">
            <a:avLst/>
          </a:prstGeom>
          <a:noFill/>
          <a:ln>
            <a:noFill/>
          </a:ln>
        </p:spPr>
        <p:txBody>
          <a:bodyPr anchorCtr="0" anchor="ctr" bIns="45700" lIns="91425" spcFirstLastPara="1" rIns="91425" wrap="square" tIns="45700">
            <a:normAutofit fontScale="92500"/>
          </a:bodyPr>
          <a:lstStyle/>
          <a:p>
            <a:pPr indent="-293166" lvl="0" marL="305435" rtl="0" algn="l">
              <a:lnSpc>
                <a:spcPct val="110000"/>
              </a:lnSpc>
              <a:spcBef>
                <a:spcPts val="0"/>
              </a:spcBef>
              <a:spcAft>
                <a:spcPts val="0"/>
              </a:spcAft>
              <a:buSzPct val="107333"/>
              <a:buChar char="◼"/>
            </a:pPr>
            <a:r>
              <a:rPr lang="en-US" sz="2400" u="sng">
                <a:solidFill>
                  <a:schemeClr val="hlink"/>
                </a:solidFill>
                <a:hlinkClick r:id="rId3"/>
              </a:rPr>
              <a:t>https://www.researchgate.net/publication/371756378_Salary_Prediction_Model_for_Non-Academic_Staff_Using_Polynomial_Regression_Technique</a:t>
            </a:r>
            <a:endParaRPr sz="2400">
              <a:solidFill>
                <a:srgbClr val="0F0F0F"/>
              </a:solidFill>
            </a:endParaRPr>
          </a:p>
          <a:p>
            <a:pPr indent="-293166" lvl="0" marL="305435" rtl="0" algn="l">
              <a:lnSpc>
                <a:spcPct val="110000"/>
              </a:lnSpc>
              <a:spcBef>
                <a:spcPts val="0"/>
              </a:spcBef>
              <a:spcAft>
                <a:spcPts val="0"/>
              </a:spcAft>
              <a:buSzPct val="107333"/>
              <a:buChar char="◼"/>
            </a:pPr>
            <a:r>
              <a:rPr lang="en-US" sz="2400" u="sng">
                <a:solidFill>
                  <a:schemeClr val="hlink"/>
                </a:solidFill>
                <a:hlinkClick r:id="rId4"/>
              </a:rPr>
              <a:t>https://www.researchgate.net/publication/371756378_Salary_Prediction_Model_for_Non-Academic_Staff_Using_Polynomial_Regression_Technique</a:t>
            </a:r>
            <a:endParaRPr sz="2400">
              <a:solidFill>
                <a:srgbClr val="0F0F0F"/>
              </a:solidFill>
            </a:endParaRPr>
          </a:p>
          <a:p>
            <a:pPr indent="-293166" lvl="0" marL="305435" rtl="0" algn="l">
              <a:lnSpc>
                <a:spcPct val="110000"/>
              </a:lnSpc>
              <a:spcBef>
                <a:spcPts val="0"/>
              </a:spcBef>
              <a:spcAft>
                <a:spcPts val="0"/>
              </a:spcAft>
              <a:buSzPct val="107333"/>
              <a:buChar char="◼"/>
            </a:pPr>
            <a:r>
              <a:rPr lang="en-US" sz="2400">
                <a:solidFill>
                  <a:srgbClr val="0F0F0F"/>
                </a:solidFill>
              </a:rPr>
              <a:t>Deisenroth, M. P., Faisal, A. A., &amp; Ong, C. S. (2020). Mathematics for machine learning. UK: Cambridge University Press. </a:t>
            </a:r>
            <a:r>
              <a:rPr lang="en-US" sz="2400" u="sng">
                <a:solidFill>
                  <a:schemeClr val="hlink"/>
                </a:solidFill>
                <a:hlinkClick r:id="rId5"/>
              </a:rPr>
              <a:t>https://doi:10.1017/9781108679930</a:t>
            </a:r>
            <a:endParaRPr sz="2400">
              <a:solidFill>
                <a:srgbClr val="0F0F0F"/>
              </a:solidFill>
            </a:endParaRPr>
          </a:p>
          <a:p>
            <a:pPr indent="-293166" lvl="0" marL="305435" rtl="0" algn="l">
              <a:lnSpc>
                <a:spcPct val="110000"/>
              </a:lnSpc>
              <a:spcBef>
                <a:spcPts val="0"/>
              </a:spcBef>
              <a:spcAft>
                <a:spcPts val="0"/>
              </a:spcAft>
              <a:buSzPct val="107333"/>
              <a:buChar char="◼"/>
            </a:pPr>
            <a:r>
              <a:rPr lang="en-US" sz="2400">
                <a:solidFill>
                  <a:srgbClr val="0F0F0F"/>
                </a:solidFill>
              </a:rPr>
              <a:t>Brownlee, J. (2023). A tour of machine learning algorithms. Retrieved from: </a:t>
            </a:r>
            <a:r>
              <a:rPr lang="en-US" sz="2400" u="sng">
                <a:solidFill>
                  <a:schemeClr val="hlink"/>
                </a:solidFill>
                <a:hlinkClick r:id="rId6"/>
              </a:rPr>
              <a:t>https://machinelearningmastery.com/a-tourof-machine-learning-algorithms</a:t>
            </a:r>
            <a:endParaRPr sz="2400">
              <a:solidFill>
                <a:srgbClr val="0F0F0F"/>
              </a:solidFill>
            </a:endParaRPr>
          </a:p>
          <a:p>
            <a:pPr indent="-293166" lvl="0" marL="305435" rtl="0" algn="l">
              <a:lnSpc>
                <a:spcPct val="110000"/>
              </a:lnSpc>
              <a:spcBef>
                <a:spcPts val="0"/>
              </a:spcBef>
              <a:spcAft>
                <a:spcPts val="0"/>
              </a:spcAft>
              <a:buSzPct val="107333"/>
              <a:buChar char="◼"/>
            </a:pPr>
            <a:r>
              <a:rPr lang="en-US" sz="2400">
                <a:solidFill>
                  <a:srgbClr val="0F0F0F"/>
                </a:solidFill>
              </a:rPr>
              <a:t> Benner, J. (2020). Cross-validation and hyperparameter tuning: How to optimise your machine learning model. Retrieved from: </a:t>
            </a:r>
            <a:r>
              <a:rPr lang="en-US" sz="2400" u="sng">
                <a:solidFill>
                  <a:schemeClr val="hlink"/>
                </a:solidFill>
                <a:hlinkClick r:id="rId7"/>
              </a:rPr>
              <a:t>https://towardsdatascience.com/cross-validationand-hyperparametertuning-how-to-optimise-your-machine-learning-model13f005af9d7d</a:t>
            </a:r>
            <a:endParaRPr sz="2400">
              <a:solidFill>
                <a:srgbClr val="0F0F0F"/>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3"/>
          <p:cNvSpPr txBox="1"/>
          <p:nvPr>
            <p:ph type="title"/>
          </p:nvPr>
        </p:nvSpPr>
        <p:spPr>
          <a:xfrm>
            <a:off x="1463041" y="2766218"/>
            <a:ext cx="9298744" cy="1325563"/>
          </a:xfrm>
          <a:prstGeom prst="rect">
            <a:avLst/>
          </a:prstGeom>
          <a:noFill/>
          <a:ln>
            <a:noFill/>
          </a:ln>
        </p:spPr>
        <p:txBody>
          <a:bodyPr anchorCtr="0" anchor="b" bIns="45700" lIns="91425" spcFirstLastPara="1" rIns="91425" wrap="square" tIns="45700">
            <a:normAutofit/>
          </a:bodyPr>
          <a:lstStyle/>
          <a:p>
            <a:pPr indent="0" lvl="0" marL="0" rtl="0" algn="ctr">
              <a:lnSpc>
                <a:spcPct val="100000"/>
              </a:lnSpc>
              <a:spcBef>
                <a:spcPts val="0"/>
              </a:spcBef>
              <a:spcAft>
                <a:spcPts val="0"/>
              </a:spcAft>
              <a:buClr>
                <a:srgbClr val="002060"/>
              </a:buClr>
              <a:buSzPts val="2800"/>
              <a:buFont typeface="Arial"/>
              <a:buNone/>
            </a:pPr>
            <a:r>
              <a:rPr b="1" lang="en-US">
                <a:solidFill>
                  <a:srgbClr val="002060"/>
                </a:solidFill>
                <a:latin typeface="Arial"/>
                <a:ea typeface="Arial"/>
                <a:cs typeface="Arial"/>
                <a:sym typeface="Arial"/>
              </a:rPr>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ividendVTI">
  <a:themeElements>
    <a:clrScheme name="Blue II">
      <a:dk1>
        <a:srgbClr val="000000"/>
      </a:dk1>
      <a:lt1>
        <a:srgbClr val="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